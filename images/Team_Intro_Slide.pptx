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"/>
  </p:notesMasterIdLst>
  <p:handoutMasterIdLst>
    <p:handoutMasterId r:id="rId4"/>
  </p:handoutMasterIdLst>
  <p:sldIdLst>
    <p:sldId id="2147474491" r:id="rId2"/>
  </p:sldIdLst>
  <p:sldSz cx="12192000" cy="6858000"/>
  <p:notesSz cx="9866313" cy="673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7CF9D5E6-F429-4B07-9140-A443FEC770FA}">
          <p14:sldIdLst>
            <p14:sldId id="2147474491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3974" userDrawn="1">
          <p15:clr>
            <a:srgbClr val="A4A3A4"/>
          </p15:clr>
        </p15:guide>
        <p15:guide id="4" pos="388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10" userDrawn="1">
          <p15:clr>
            <a:srgbClr val="A4A3A4"/>
          </p15:clr>
        </p15:guide>
        <p15:guide id="4" pos="31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deshi_Ooka" initials="H" lastIdx="2" clrIdx="0">
    <p:extLst>
      <p:ext uri="{19B8F6BF-5375-455C-9EA6-DF929625EA0E}">
        <p15:presenceInfo xmlns:p15="http://schemas.microsoft.com/office/powerpoint/2012/main" userId="Hideshi_Ook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E02"/>
    <a:srgbClr val="D51506"/>
    <a:srgbClr val="FFFFFF"/>
    <a:srgbClr val="FFBF4D"/>
    <a:srgbClr val="F3B707"/>
    <a:srgbClr val="0094A5"/>
    <a:srgbClr val="005B82"/>
    <a:srgbClr val="FF81FF"/>
    <a:srgbClr val="E6624D"/>
    <a:srgbClr val="6C2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85073" autoAdjust="0"/>
  </p:normalViewPr>
  <p:slideViewPr>
    <p:cSldViewPr showGuides="1">
      <p:cViewPr varScale="1">
        <p:scale>
          <a:sx n="52" d="100"/>
          <a:sy n="52" d="100"/>
        </p:scale>
        <p:origin x="1396" y="52"/>
      </p:cViewPr>
      <p:guideLst>
        <p:guide orient="horz" pos="3974"/>
        <p:guide pos="38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64" d="100"/>
          <a:sy n="164" d="100"/>
        </p:scale>
        <p:origin x="2536" y="92"/>
      </p:cViewPr>
      <p:guideLst>
        <p:guide orient="horz" pos="2122"/>
        <p:guide pos="3110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6" y="0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588633" y="0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FD2B4BCF-55E2-4653-B607-A4A4F08D7C21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6" y="6397806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588633" y="6397806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19D3B358-836B-48EB-BACF-51432048DF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720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121" userDrawn="1">
          <p15:clr>
            <a:srgbClr val="F26B43"/>
          </p15:clr>
        </p15:guide>
        <p15:guide id="2" pos="3107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6" y="0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88633" y="0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FDE72336-AA09-41ED-BEA9-7779C42A9B8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632" y="3199488"/>
            <a:ext cx="7893050" cy="3031094"/>
          </a:xfrm>
          <a:prstGeom prst="rect">
            <a:avLst/>
          </a:prstGeom>
        </p:spPr>
        <p:txBody>
          <a:bodyPr vert="horz" lIns="90763" tIns="45382" rIns="90763" bIns="45382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6" y="6397806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88633" y="6397806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D6E817BB-6054-49CF-855F-D88016E1F2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1478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817BB-6054-49CF-855F-D88016E1F26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66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2" y="242606"/>
            <a:ext cx="12191999" cy="548679"/>
          </a:xfrm>
        </p:spPr>
        <p:txBody>
          <a:bodyPr lIns="0" tIns="0" rIns="0" bIns="0">
            <a:noAutofit/>
          </a:bodyPr>
          <a:lstStyle>
            <a:lvl1pPr algn="ctr">
              <a:defRPr sz="3200" b="1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ja-JP" dirty="0"/>
              <a:t>TITLE EXAMPLE</a:t>
            </a:r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1184565" y="6356352"/>
            <a:ext cx="822987" cy="365125"/>
          </a:xfrm>
        </p:spPr>
        <p:txBody>
          <a:bodyPr/>
          <a:lstStyle>
            <a:lvl1pPr>
              <a:defRPr sz="18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7EAB151-777E-4256-8867-8A5AB6026266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矩形 26">
            <a:extLst>
              <a:ext uri="{FF2B5EF4-FFF2-40B4-BE49-F238E27FC236}">
                <a16:creationId xmlns:a16="http://schemas.microsoft.com/office/drawing/2014/main" id="{C628E5D0-3BB8-40F4-B344-17C24E0F5412}"/>
              </a:ext>
            </a:extLst>
          </p:cNvPr>
          <p:cNvSpPr/>
          <p:nvPr userDrawn="1"/>
        </p:nvSpPr>
        <p:spPr>
          <a:xfrm>
            <a:off x="-637268" y="4987161"/>
            <a:ext cx="425327" cy="318995"/>
          </a:xfrm>
          <a:prstGeom prst="rect">
            <a:avLst/>
          </a:prstGeom>
          <a:solidFill>
            <a:srgbClr val="D515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27">
            <a:extLst>
              <a:ext uri="{FF2B5EF4-FFF2-40B4-BE49-F238E27FC236}">
                <a16:creationId xmlns:a16="http://schemas.microsoft.com/office/drawing/2014/main" id="{64AFE641-DDE6-B398-16E4-F3A921E043E6}"/>
              </a:ext>
            </a:extLst>
          </p:cNvPr>
          <p:cNvSpPr/>
          <p:nvPr userDrawn="1"/>
        </p:nvSpPr>
        <p:spPr>
          <a:xfrm>
            <a:off x="-637268" y="5374195"/>
            <a:ext cx="425327" cy="318995"/>
          </a:xfrm>
          <a:prstGeom prst="rect">
            <a:avLst/>
          </a:prstGeom>
          <a:solidFill>
            <a:srgbClr val="009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29">
            <a:extLst>
              <a:ext uri="{FF2B5EF4-FFF2-40B4-BE49-F238E27FC236}">
                <a16:creationId xmlns:a16="http://schemas.microsoft.com/office/drawing/2014/main" id="{0A345607-C8E6-B2FB-0304-643336669D85}"/>
              </a:ext>
            </a:extLst>
          </p:cNvPr>
          <p:cNvSpPr/>
          <p:nvPr userDrawn="1"/>
        </p:nvSpPr>
        <p:spPr>
          <a:xfrm>
            <a:off x="-637268" y="5761229"/>
            <a:ext cx="425327" cy="318995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30">
            <a:extLst>
              <a:ext uri="{FF2B5EF4-FFF2-40B4-BE49-F238E27FC236}">
                <a16:creationId xmlns:a16="http://schemas.microsoft.com/office/drawing/2014/main" id="{B4872493-4A93-3225-285A-987DF56EB969}"/>
              </a:ext>
            </a:extLst>
          </p:cNvPr>
          <p:cNvSpPr/>
          <p:nvPr userDrawn="1"/>
        </p:nvSpPr>
        <p:spPr>
          <a:xfrm>
            <a:off x="-637268" y="6148263"/>
            <a:ext cx="425327" cy="318995"/>
          </a:xfrm>
          <a:prstGeom prst="rect">
            <a:avLst/>
          </a:prstGeom>
          <a:solidFill>
            <a:srgbClr val="F3B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31">
            <a:extLst>
              <a:ext uri="{FF2B5EF4-FFF2-40B4-BE49-F238E27FC236}">
                <a16:creationId xmlns:a16="http://schemas.microsoft.com/office/drawing/2014/main" id="{CBEF110E-15CD-ED89-5D18-9BBD4DAE5D24}"/>
              </a:ext>
            </a:extLst>
          </p:cNvPr>
          <p:cNvSpPr/>
          <p:nvPr userDrawn="1"/>
        </p:nvSpPr>
        <p:spPr>
          <a:xfrm>
            <a:off x="-637268" y="6535295"/>
            <a:ext cx="425327" cy="318995"/>
          </a:xfrm>
          <a:prstGeom prst="rect">
            <a:avLst/>
          </a:prstGeom>
          <a:solidFill>
            <a:srgbClr val="005B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kumimoji="1"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586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DE345-DDEA-4E47-B76C-5997699471F1}" type="datetime1">
              <a:rPr lang="ja-JP" altLang="en-US" smtClean="0"/>
              <a:t>2026/4/21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AB151-777E-4256-8867-8A5AB6026266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707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emf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4C8095-136A-AE5F-EB57-F160490A7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数理触媒研究チーム：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9BF4946-4B09-E38C-AE3E-58417253F70A}"/>
              </a:ext>
            </a:extLst>
          </p:cNvPr>
          <p:cNvSpPr txBox="1"/>
          <p:nvPr/>
        </p:nvSpPr>
        <p:spPr>
          <a:xfrm>
            <a:off x="983432" y="781573"/>
            <a:ext cx="1022513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反応速度論による電極触媒開発</a:t>
            </a:r>
          </a:p>
        </p:txBody>
      </p:sp>
      <p:grpSp>
        <p:nvGrpSpPr>
          <p:cNvPr id="515" name="グループ化 514">
            <a:extLst>
              <a:ext uri="{FF2B5EF4-FFF2-40B4-BE49-F238E27FC236}">
                <a16:creationId xmlns:a16="http://schemas.microsoft.com/office/drawing/2014/main" id="{CC7E746B-F585-21F5-8C2C-03702F22F621}"/>
              </a:ext>
            </a:extLst>
          </p:cNvPr>
          <p:cNvGrpSpPr/>
          <p:nvPr/>
        </p:nvGrpSpPr>
        <p:grpSpPr>
          <a:xfrm>
            <a:off x="1435882" y="1494103"/>
            <a:ext cx="5258855" cy="5243534"/>
            <a:chOff x="1435882" y="1494103"/>
            <a:chExt cx="5258855" cy="5243534"/>
          </a:xfrm>
        </p:grpSpPr>
        <p:grpSp>
          <p:nvGrpSpPr>
            <p:cNvPr id="485" name="グループ化 484">
              <a:extLst>
                <a:ext uri="{FF2B5EF4-FFF2-40B4-BE49-F238E27FC236}">
                  <a16:creationId xmlns:a16="http://schemas.microsoft.com/office/drawing/2014/main" id="{5570E48A-9C55-7EC2-8A57-1AE9F70423BD}"/>
                </a:ext>
              </a:extLst>
            </p:cNvPr>
            <p:cNvGrpSpPr/>
            <p:nvPr/>
          </p:nvGrpSpPr>
          <p:grpSpPr>
            <a:xfrm>
              <a:off x="1951378" y="4146751"/>
              <a:ext cx="2084466" cy="2092846"/>
              <a:chOff x="2662930" y="4550863"/>
              <a:chExt cx="2084466" cy="2092846"/>
            </a:xfrm>
          </p:grpSpPr>
          <p:pic>
            <p:nvPicPr>
              <p:cNvPr id="13" name="図 12">
                <a:extLst>
                  <a:ext uri="{FF2B5EF4-FFF2-40B4-BE49-F238E27FC236}">
                    <a16:creationId xmlns:a16="http://schemas.microsoft.com/office/drawing/2014/main" id="{37B5BAE7-49E1-CDC8-CE4B-E763C1DE31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080"/>
              <a:stretch>
                <a:fillRect/>
              </a:stretch>
            </p:blipFill>
            <p:spPr bwMode="auto">
              <a:xfrm>
                <a:off x="2662930" y="4550863"/>
                <a:ext cx="2084466" cy="20928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4" name="正方形/長方形 483">
                <a:extLst>
                  <a:ext uri="{FF2B5EF4-FFF2-40B4-BE49-F238E27FC236}">
                    <a16:creationId xmlns:a16="http://schemas.microsoft.com/office/drawing/2014/main" id="{B49E6C13-4E00-0013-3E40-31D947E6F1E6}"/>
                  </a:ext>
                </a:extLst>
              </p:cNvPr>
              <p:cNvSpPr/>
              <p:nvPr/>
            </p:nvSpPr>
            <p:spPr>
              <a:xfrm>
                <a:off x="3451366" y="4584251"/>
                <a:ext cx="936104" cy="2462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88" name="テキスト ボックス 487">
              <a:extLst>
                <a:ext uri="{FF2B5EF4-FFF2-40B4-BE49-F238E27FC236}">
                  <a16:creationId xmlns:a16="http://schemas.microsoft.com/office/drawing/2014/main" id="{8492CCF4-88CA-E28A-9653-F0D54E7BCF77}"/>
                </a:ext>
              </a:extLst>
            </p:cNvPr>
            <p:cNvSpPr txBox="1"/>
            <p:nvPr/>
          </p:nvSpPr>
          <p:spPr>
            <a:xfrm>
              <a:off x="1730833" y="6245194"/>
              <a:ext cx="282745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ja-JP" altLang="en-US" sz="3200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情報</a:t>
              </a:r>
            </a:p>
          </p:txBody>
        </p:sp>
        <p:sp>
          <p:nvSpPr>
            <p:cNvPr id="489" name="正方形/長方形 488">
              <a:extLst>
                <a:ext uri="{FF2B5EF4-FFF2-40B4-BE49-F238E27FC236}">
                  <a16:creationId xmlns:a16="http://schemas.microsoft.com/office/drawing/2014/main" id="{69B945FA-40F9-84D8-6383-CF946FFC3908}"/>
                </a:ext>
              </a:extLst>
            </p:cNvPr>
            <p:cNvSpPr/>
            <p:nvPr/>
          </p:nvSpPr>
          <p:spPr>
            <a:xfrm>
              <a:off x="1793506" y="4336852"/>
              <a:ext cx="2364210" cy="1884406"/>
            </a:xfrm>
            <a:prstGeom prst="rect">
              <a:avLst/>
            </a:prstGeom>
            <a:noFill/>
            <a:ln w="76200">
              <a:solidFill>
                <a:srgbClr val="D515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FFFFFF"/>
                </a:solidFill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B919DB35-BA25-270B-34F3-B0E076EE918E}"/>
                </a:ext>
              </a:extLst>
            </p:cNvPr>
            <p:cNvSpPr/>
            <p:nvPr/>
          </p:nvSpPr>
          <p:spPr>
            <a:xfrm>
              <a:off x="1793506" y="2169869"/>
              <a:ext cx="2364210" cy="1884406"/>
            </a:xfrm>
            <a:prstGeom prst="rect">
              <a:avLst/>
            </a:prstGeom>
            <a:noFill/>
            <a:ln w="76200">
              <a:solidFill>
                <a:srgbClr val="005B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5B82"/>
                </a:solidFill>
              </a:endParaRPr>
            </a:p>
          </p:txBody>
        </p:sp>
        <p:grpSp>
          <p:nvGrpSpPr>
            <p:cNvPr id="480" name="グループ化 479">
              <a:extLst>
                <a:ext uri="{FF2B5EF4-FFF2-40B4-BE49-F238E27FC236}">
                  <a16:creationId xmlns:a16="http://schemas.microsoft.com/office/drawing/2014/main" id="{B2645049-AC5D-486A-DCF0-C4D91EE930A0}"/>
                </a:ext>
              </a:extLst>
            </p:cNvPr>
            <p:cNvGrpSpPr/>
            <p:nvPr/>
          </p:nvGrpSpPr>
          <p:grpSpPr>
            <a:xfrm>
              <a:off x="1435882" y="1494103"/>
              <a:ext cx="3002504" cy="2873881"/>
              <a:chOff x="6384032" y="-10768024"/>
              <a:chExt cx="3507910" cy="3357636"/>
            </a:xfrm>
          </p:grpSpPr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42958226-7FE2-FB15-2F3C-9465A199D100}"/>
                  </a:ext>
                </a:extLst>
              </p:cNvPr>
              <p:cNvSpPr txBox="1"/>
              <p:nvPr/>
            </p:nvSpPr>
            <p:spPr>
              <a:xfrm>
                <a:off x="8694466" y="-9813885"/>
                <a:ext cx="8393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ja-JP" altLang="en-US" b="1" dirty="0">
                    <a:solidFill>
                      <a:srgbClr val="D5150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溶出</a:t>
                </a:r>
              </a:p>
            </p:txBody>
          </p: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6A9CBABE-30BD-0FD4-9ACC-22650EB78007}"/>
                  </a:ext>
                </a:extLst>
              </p:cNvPr>
              <p:cNvSpPr txBox="1"/>
              <p:nvPr/>
            </p:nvSpPr>
            <p:spPr>
              <a:xfrm>
                <a:off x="7308263" y="-9094788"/>
                <a:ext cx="164276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ja-JP" altLang="en-US" b="1" dirty="0">
                    <a:solidFill>
                      <a:srgbClr val="005B8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触媒反応</a:t>
                </a:r>
              </a:p>
            </p:txBody>
          </p:sp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8FADF507-BF50-6EB4-8293-211000D3A058}"/>
                  </a:ext>
                </a:extLst>
              </p:cNvPr>
              <p:cNvGrpSpPr/>
              <p:nvPr/>
            </p:nvGrpSpPr>
            <p:grpSpPr>
              <a:xfrm>
                <a:off x="6384032" y="-10768024"/>
                <a:ext cx="3507910" cy="3357636"/>
                <a:chOff x="-176583" y="445828"/>
                <a:chExt cx="3979861" cy="3809369"/>
              </a:xfrm>
            </p:grpSpPr>
            <p:grpSp>
              <p:nvGrpSpPr>
                <p:cNvPr id="468" name="グループ化 467">
                  <a:extLst>
                    <a:ext uri="{FF2B5EF4-FFF2-40B4-BE49-F238E27FC236}">
                      <a16:creationId xmlns:a16="http://schemas.microsoft.com/office/drawing/2014/main" id="{FFC40DDE-3BED-4EDB-65CA-6AAEC56A6BD7}"/>
                    </a:ext>
                  </a:extLst>
                </p:cNvPr>
                <p:cNvGrpSpPr/>
                <p:nvPr/>
              </p:nvGrpSpPr>
              <p:grpSpPr>
                <a:xfrm>
                  <a:off x="-176583" y="445828"/>
                  <a:ext cx="3979861" cy="3809369"/>
                  <a:chOff x="635792" y="3328482"/>
                  <a:chExt cx="3201264" cy="3064126"/>
                </a:xfrm>
              </p:grpSpPr>
              <p:sp>
                <p:nvSpPr>
                  <p:cNvPr id="475" name="円弧 474">
                    <a:extLst>
                      <a:ext uri="{FF2B5EF4-FFF2-40B4-BE49-F238E27FC236}">
                        <a16:creationId xmlns:a16="http://schemas.microsoft.com/office/drawing/2014/main" id="{D7FC7D5D-343A-D423-1F76-4D6228BF95E5}"/>
                      </a:ext>
                    </a:extLst>
                  </p:cNvPr>
                  <p:cNvSpPr/>
                  <p:nvPr/>
                </p:nvSpPr>
                <p:spPr>
                  <a:xfrm rot="20439484">
                    <a:off x="635792" y="3996769"/>
                    <a:ext cx="1102705" cy="1102705"/>
                  </a:xfrm>
                  <a:prstGeom prst="arc">
                    <a:avLst>
                      <a:gd name="adj1" fmla="val 19713318"/>
                      <a:gd name="adj2" fmla="val 1654528"/>
                    </a:avLst>
                  </a:prstGeom>
                  <a:ln w="38100">
                    <a:solidFill>
                      <a:srgbClr val="D51506"/>
                    </a:solidFill>
                    <a:prstDash val="solid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6" name="円弧 475">
                    <a:extLst>
                      <a:ext uri="{FF2B5EF4-FFF2-40B4-BE49-F238E27FC236}">
                        <a16:creationId xmlns:a16="http://schemas.microsoft.com/office/drawing/2014/main" id="{88A065D6-2C2A-0E3D-F5B5-7DA6E41DE709}"/>
                      </a:ext>
                    </a:extLst>
                  </p:cNvPr>
                  <p:cNvSpPr/>
                  <p:nvPr/>
                </p:nvSpPr>
                <p:spPr>
                  <a:xfrm>
                    <a:off x="2734351" y="4242647"/>
                    <a:ext cx="1102705" cy="1102705"/>
                  </a:xfrm>
                  <a:prstGeom prst="arc">
                    <a:avLst>
                      <a:gd name="adj1" fmla="val 6716678"/>
                      <a:gd name="adj2" fmla="val 10109756"/>
                    </a:avLst>
                  </a:prstGeom>
                  <a:ln w="38100">
                    <a:solidFill>
                      <a:srgbClr val="D51506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7" name="円弧 476">
                    <a:extLst>
                      <a:ext uri="{FF2B5EF4-FFF2-40B4-BE49-F238E27FC236}">
                        <a16:creationId xmlns:a16="http://schemas.microsoft.com/office/drawing/2014/main" id="{8B73EB7D-B0E8-793F-D32C-F74C2418E7A4}"/>
                      </a:ext>
                    </a:extLst>
                  </p:cNvPr>
                  <p:cNvSpPr/>
                  <p:nvPr/>
                </p:nvSpPr>
                <p:spPr>
                  <a:xfrm>
                    <a:off x="2261636" y="5289903"/>
                    <a:ext cx="1102705" cy="1102705"/>
                  </a:xfrm>
                  <a:prstGeom prst="arc">
                    <a:avLst>
                      <a:gd name="adj1" fmla="val 10384944"/>
                      <a:gd name="adj2" fmla="val 13882916"/>
                    </a:avLst>
                  </a:prstGeom>
                  <a:ln w="38100">
                    <a:solidFill>
                      <a:srgbClr val="D51506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8" name="円弧 477">
                    <a:extLst>
                      <a:ext uri="{FF2B5EF4-FFF2-40B4-BE49-F238E27FC236}">
                        <a16:creationId xmlns:a16="http://schemas.microsoft.com/office/drawing/2014/main" id="{511636D6-FD12-1CC2-61F5-3B3FE3DC89D4}"/>
                      </a:ext>
                    </a:extLst>
                  </p:cNvPr>
                  <p:cNvSpPr/>
                  <p:nvPr/>
                </p:nvSpPr>
                <p:spPr>
                  <a:xfrm rot="20439484">
                    <a:off x="903331" y="5189528"/>
                    <a:ext cx="1102705" cy="1102705"/>
                  </a:xfrm>
                  <a:prstGeom prst="arc">
                    <a:avLst>
                      <a:gd name="adj1" fmla="val 15935009"/>
                      <a:gd name="adj2" fmla="val 19486096"/>
                    </a:avLst>
                  </a:prstGeom>
                  <a:ln w="38100">
                    <a:solidFill>
                      <a:srgbClr val="D51506"/>
                    </a:solidFill>
                    <a:prstDash val="sysDot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9" name="円弧 478">
                    <a:extLst>
                      <a:ext uri="{FF2B5EF4-FFF2-40B4-BE49-F238E27FC236}">
                        <a16:creationId xmlns:a16="http://schemas.microsoft.com/office/drawing/2014/main" id="{F0F471D4-3D90-7BB6-66DA-AD94445E707D}"/>
                      </a:ext>
                    </a:extLst>
                  </p:cNvPr>
                  <p:cNvSpPr/>
                  <p:nvPr/>
                </p:nvSpPr>
                <p:spPr>
                  <a:xfrm>
                    <a:off x="1985015" y="3328482"/>
                    <a:ext cx="998365" cy="1102705"/>
                  </a:xfrm>
                  <a:prstGeom prst="arc">
                    <a:avLst>
                      <a:gd name="adj1" fmla="val 2748828"/>
                      <a:gd name="adj2" fmla="val 6450103"/>
                    </a:avLst>
                  </a:prstGeom>
                  <a:ln w="38100">
                    <a:solidFill>
                      <a:srgbClr val="D51506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</p:grpSp>
            <p:grpSp>
              <p:nvGrpSpPr>
                <p:cNvPr id="469" name="グループ化 468">
                  <a:extLst>
                    <a:ext uri="{FF2B5EF4-FFF2-40B4-BE49-F238E27FC236}">
                      <a16:creationId xmlns:a16="http://schemas.microsoft.com/office/drawing/2014/main" id="{558DA4E8-8EFA-FCA7-7064-F5CF54662DA5}"/>
                    </a:ext>
                  </a:extLst>
                </p:cNvPr>
                <p:cNvGrpSpPr/>
                <p:nvPr/>
              </p:nvGrpSpPr>
              <p:grpSpPr>
                <a:xfrm>
                  <a:off x="1056078" y="1764446"/>
                  <a:ext cx="1370900" cy="1370900"/>
                  <a:chOff x="1644873" y="4389133"/>
                  <a:chExt cx="1102705" cy="1102705"/>
                </a:xfrm>
              </p:grpSpPr>
              <p:sp>
                <p:nvSpPr>
                  <p:cNvPr id="470" name="円弧 469">
                    <a:extLst>
                      <a:ext uri="{FF2B5EF4-FFF2-40B4-BE49-F238E27FC236}">
                        <a16:creationId xmlns:a16="http://schemas.microsoft.com/office/drawing/2014/main" id="{8E85BD2A-AF31-C46B-9717-CA4C7BE49F1C}"/>
                      </a:ext>
                    </a:extLst>
                  </p:cNvPr>
                  <p:cNvSpPr/>
                  <p:nvPr/>
                </p:nvSpPr>
                <p:spPr>
                  <a:xfrm rot="3036775">
                    <a:off x="1644873" y="4389133"/>
                    <a:ext cx="1102705" cy="1102705"/>
                  </a:xfrm>
                  <a:prstGeom prst="arc">
                    <a:avLst>
                      <a:gd name="adj1" fmla="val 18234785"/>
                      <a:gd name="adj2" fmla="val 20963355"/>
                    </a:avLst>
                  </a:prstGeom>
                  <a:ln w="38100">
                    <a:solidFill>
                      <a:srgbClr val="005B8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1" name="円弧 470">
                    <a:extLst>
                      <a:ext uri="{FF2B5EF4-FFF2-40B4-BE49-F238E27FC236}">
                        <a16:creationId xmlns:a16="http://schemas.microsoft.com/office/drawing/2014/main" id="{FF7C5CC5-7BE6-96C8-A97A-7951E5E75C14}"/>
                      </a:ext>
                    </a:extLst>
                  </p:cNvPr>
                  <p:cNvSpPr/>
                  <p:nvPr/>
                </p:nvSpPr>
                <p:spPr>
                  <a:xfrm rot="3036775">
                    <a:off x="1644873" y="4389133"/>
                    <a:ext cx="1102705" cy="1102705"/>
                  </a:xfrm>
                  <a:prstGeom prst="arc">
                    <a:avLst>
                      <a:gd name="adj1" fmla="val 13960208"/>
                      <a:gd name="adj2" fmla="val 16567947"/>
                    </a:avLst>
                  </a:prstGeom>
                  <a:ln w="38100">
                    <a:solidFill>
                      <a:srgbClr val="005B8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2" name="円弧 471">
                    <a:extLst>
                      <a:ext uri="{FF2B5EF4-FFF2-40B4-BE49-F238E27FC236}">
                        <a16:creationId xmlns:a16="http://schemas.microsoft.com/office/drawing/2014/main" id="{459E9302-491F-7C61-0FAB-01686746C843}"/>
                      </a:ext>
                    </a:extLst>
                  </p:cNvPr>
                  <p:cNvSpPr/>
                  <p:nvPr/>
                </p:nvSpPr>
                <p:spPr>
                  <a:xfrm rot="1964917">
                    <a:off x="1644873" y="4389133"/>
                    <a:ext cx="1102705" cy="1102705"/>
                  </a:xfrm>
                  <a:prstGeom prst="arc">
                    <a:avLst>
                      <a:gd name="adj1" fmla="val 6393080"/>
                      <a:gd name="adj2" fmla="val 9397424"/>
                    </a:avLst>
                  </a:prstGeom>
                  <a:ln w="38100">
                    <a:solidFill>
                      <a:srgbClr val="005B82"/>
                    </a:solidFill>
                    <a:prstDash val="sysDot"/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3" name="円弧 472">
                    <a:extLst>
                      <a:ext uri="{FF2B5EF4-FFF2-40B4-BE49-F238E27FC236}">
                        <a16:creationId xmlns:a16="http://schemas.microsoft.com/office/drawing/2014/main" id="{466AC938-78BF-D80C-F514-8AD05CF2290D}"/>
                      </a:ext>
                    </a:extLst>
                  </p:cNvPr>
                  <p:cNvSpPr/>
                  <p:nvPr/>
                </p:nvSpPr>
                <p:spPr>
                  <a:xfrm rot="2446631">
                    <a:off x="1644873" y="4389133"/>
                    <a:ext cx="1102705" cy="1102705"/>
                  </a:xfrm>
                  <a:prstGeom prst="arc">
                    <a:avLst>
                      <a:gd name="adj1" fmla="val 1060883"/>
                      <a:gd name="adj2" fmla="val 4193964"/>
                    </a:avLst>
                  </a:prstGeom>
                  <a:ln w="38100">
                    <a:solidFill>
                      <a:srgbClr val="005B8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4" name="円弧 473">
                    <a:extLst>
                      <a:ext uri="{FF2B5EF4-FFF2-40B4-BE49-F238E27FC236}">
                        <a16:creationId xmlns:a16="http://schemas.microsoft.com/office/drawing/2014/main" id="{16F2D3BA-BDE5-6CC5-9B17-86A70E726355}"/>
                      </a:ext>
                    </a:extLst>
                  </p:cNvPr>
                  <p:cNvSpPr/>
                  <p:nvPr/>
                </p:nvSpPr>
                <p:spPr>
                  <a:xfrm rot="3036775">
                    <a:off x="1644873" y="4389133"/>
                    <a:ext cx="1102705" cy="1102705"/>
                  </a:xfrm>
                  <a:prstGeom prst="arc">
                    <a:avLst>
                      <a:gd name="adj1" fmla="val 9774902"/>
                      <a:gd name="adj2" fmla="val 12541547"/>
                    </a:avLst>
                  </a:prstGeom>
                  <a:ln w="38100">
                    <a:solidFill>
                      <a:srgbClr val="005B82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>
                      <a:ea typeface="游ゴシック" panose="020B0400000000000000" pitchFamily="50" charset="-128"/>
                    </a:endParaRPr>
                  </a:p>
                </p:txBody>
              </p:sp>
            </p:grpSp>
          </p:grpSp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683CEF2F-A45E-A3E5-6335-03AFAE189031}"/>
                  </a:ext>
                </a:extLst>
              </p:cNvPr>
              <p:cNvGrpSpPr/>
              <p:nvPr/>
            </p:nvGrpSpPr>
            <p:grpSpPr>
              <a:xfrm>
                <a:off x="7334889" y="-9792185"/>
                <a:ext cx="1511013" cy="1438562"/>
                <a:chOff x="1593968" y="4261561"/>
                <a:chExt cx="1215407" cy="1157130"/>
              </a:xfrm>
            </p:grpSpPr>
            <p:sp>
              <p:nvSpPr>
                <p:cNvPr id="463" name="テキスト ボックス 462">
                  <a:extLst>
                    <a:ext uri="{FF2B5EF4-FFF2-40B4-BE49-F238E27FC236}">
                      <a16:creationId xmlns:a16="http://schemas.microsoft.com/office/drawing/2014/main" id="{0F3D144C-1795-DD39-F48F-6A110F0B759C}"/>
                    </a:ext>
                  </a:extLst>
                </p:cNvPr>
                <p:cNvSpPr txBox="1"/>
                <p:nvPr/>
              </p:nvSpPr>
              <p:spPr>
                <a:xfrm>
                  <a:off x="2520736" y="4605453"/>
                  <a:ext cx="288639" cy="2228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0">
                  <a:spAutoFit/>
                </a:bodyPr>
                <a:lstStyle/>
                <a:p>
                  <a:pPr algn="ctr"/>
                  <a:r>
                    <a:rPr lang="en-US" altLang="ja-JP" b="1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X</a:t>
                  </a:r>
                  <a:r>
                    <a:rPr lang="en-US" altLang="ja-JP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2</a:t>
                  </a:r>
                  <a:endParaRPr lang="ja-JP" altLang="en-US" b="1" baseline="-25000" dirty="0">
                    <a:solidFill>
                      <a:srgbClr val="005B82"/>
                    </a:solidFill>
                    <a:ea typeface="游ゴシック" panose="020B0400000000000000" pitchFamily="50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4" name="テキスト ボックス 463">
                  <a:extLst>
                    <a:ext uri="{FF2B5EF4-FFF2-40B4-BE49-F238E27FC236}">
                      <a16:creationId xmlns:a16="http://schemas.microsoft.com/office/drawing/2014/main" id="{786200B4-440E-CD85-6F38-472242E39401}"/>
                    </a:ext>
                  </a:extLst>
                </p:cNvPr>
                <p:cNvSpPr txBox="1"/>
                <p:nvPr/>
              </p:nvSpPr>
              <p:spPr>
                <a:xfrm>
                  <a:off x="2408714" y="5184187"/>
                  <a:ext cx="288639" cy="2228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0">
                  <a:spAutoFit/>
                </a:bodyPr>
                <a:lstStyle/>
                <a:p>
                  <a:pPr algn="ctr"/>
                  <a:r>
                    <a:rPr lang="en-US" altLang="ja-JP" b="1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X</a:t>
                  </a:r>
                  <a:r>
                    <a:rPr lang="en-US" altLang="ja-JP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3</a:t>
                  </a:r>
                  <a:endParaRPr lang="ja-JP" altLang="en-US" b="1" baseline="-25000" dirty="0">
                    <a:solidFill>
                      <a:srgbClr val="005B82"/>
                    </a:solidFill>
                    <a:ea typeface="游ゴシック" panose="020B0400000000000000" pitchFamily="50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5" name="テキスト ボックス 464">
                  <a:extLst>
                    <a:ext uri="{FF2B5EF4-FFF2-40B4-BE49-F238E27FC236}">
                      <a16:creationId xmlns:a16="http://schemas.microsoft.com/office/drawing/2014/main" id="{5393A1BA-1C17-935C-3228-E3352B1DC1CE}"/>
                    </a:ext>
                  </a:extLst>
                </p:cNvPr>
                <p:cNvSpPr txBox="1"/>
                <p:nvPr/>
              </p:nvSpPr>
              <p:spPr>
                <a:xfrm>
                  <a:off x="1737227" y="5195882"/>
                  <a:ext cx="288639" cy="2228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0">
                  <a:spAutoFit/>
                </a:bodyPr>
                <a:lstStyle/>
                <a:p>
                  <a:pPr algn="ctr"/>
                  <a:r>
                    <a:rPr lang="en-US" altLang="ja-JP" b="1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X</a:t>
                  </a:r>
                  <a:r>
                    <a:rPr lang="en-US" altLang="ja-JP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4</a:t>
                  </a:r>
                  <a:endParaRPr lang="ja-JP" altLang="en-US" b="1" baseline="-25000" dirty="0">
                    <a:solidFill>
                      <a:srgbClr val="005B82"/>
                    </a:solidFill>
                    <a:ea typeface="游ゴシック" panose="020B0400000000000000" pitchFamily="50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6" name="テキスト ボックス 465">
                  <a:extLst>
                    <a:ext uri="{FF2B5EF4-FFF2-40B4-BE49-F238E27FC236}">
                      <a16:creationId xmlns:a16="http://schemas.microsoft.com/office/drawing/2014/main" id="{89FE88D6-BCA0-FF0A-633B-473190C9DF73}"/>
                    </a:ext>
                  </a:extLst>
                </p:cNvPr>
                <p:cNvSpPr txBox="1"/>
                <p:nvPr/>
              </p:nvSpPr>
              <p:spPr>
                <a:xfrm>
                  <a:off x="1593968" y="4605453"/>
                  <a:ext cx="288639" cy="2228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0">
                  <a:spAutoFit/>
                </a:bodyPr>
                <a:lstStyle/>
                <a:p>
                  <a:pPr algn="ctr"/>
                  <a:r>
                    <a:rPr lang="en-US" altLang="ja-JP" b="1" dirty="0" err="1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X</a:t>
                  </a:r>
                  <a:r>
                    <a:rPr lang="en-US" altLang="ja-JP" b="1" baseline="-25000" dirty="0" err="1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n</a:t>
                  </a:r>
                  <a:endParaRPr lang="ja-JP" altLang="en-US" b="1" baseline="-25000" dirty="0">
                    <a:solidFill>
                      <a:srgbClr val="005B82"/>
                    </a:solidFill>
                    <a:ea typeface="游ゴシック" panose="020B0400000000000000" pitchFamily="50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7" name="テキスト ボックス 466">
                  <a:extLst>
                    <a:ext uri="{FF2B5EF4-FFF2-40B4-BE49-F238E27FC236}">
                      <a16:creationId xmlns:a16="http://schemas.microsoft.com/office/drawing/2014/main" id="{413FB369-53AC-FC8F-4543-51FE83DB0C4F}"/>
                    </a:ext>
                  </a:extLst>
                </p:cNvPr>
                <p:cNvSpPr txBox="1"/>
                <p:nvPr/>
              </p:nvSpPr>
              <p:spPr>
                <a:xfrm>
                  <a:off x="2058678" y="4261561"/>
                  <a:ext cx="288639" cy="2228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0">
                  <a:spAutoFit/>
                </a:bodyPr>
                <a:lstStyle/>
                <a:p>
                  <a:pPr algn="ctr"/>
                  <a:r>
                    <a:rPr lang="en-US" altLang="ja-JP" b="1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X</a:t>
                  </a:r>
                  <a:r>
                    <a:rPr lang="en-US" altLang="ja-JP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1</a:t>
                  </a:r>
                  <a:endParaRPr lang="ja-JP" altLang="en-US" b="1" baseline="-25000" dirty="0">
                    <a:solidFill>
                      <a:srgbClr val="005B82"/>
                    </a:solidFill>
                    <a:ea typeface="游ゴシック" panose="020B0400000000000000" pitchFamily="50" charset="-128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330B572A-5857-32A3-87C2-B90D9063A025}"/>
                </a:ext>
              </a:extLst>
            </p:cNvPr>
            <p:cNvSpPr txBox="1"/>
            <p:nvPr/>
          </p:nvSpPr>
          <p:spPr>
            <a:xfrm>
              <a:off x="1736106" y="1660732"/>
              <a:ext cx="282745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ja-JP" altLang="en-US" sz="3200" b="1" dirty="0">
                  <a:solidFill>
                    <a:srgbClr val="005B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数理</a:t>
              </a:r>
            </a:p>
          </p:txBody>
        </p:sp>
        <p:sp>
          <p:nvSpPr>
            <p:cNvPr id="506" name="テキスト ボックス 505">
              <a:extLst>
                <a:ext uri="{FF2B5EF4-FFF2-40B4-BE49-F238E27FC236}">
                  <a16:creationId xmlns:a16="http://schemas.microsoft.com/office/drawing/2014/main" id="{F5F62A2B-9C75-1146-C632-2D35D6AD99C2}"/>
                </a:ext>
              </a:extLst>
            </p:cNvPr>
            <p:cNvSpPr txBox="1"/>
            <p:nvPr/>
          </p:nvSpPr>
          <p:spPr>
            <a:xfrm>
              <a:off x="2583742" y="1814151"/>
              <a:ext cx="282745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ja-JP" b="1" dirty="0">
                  <a:solidFill>
                    <a:srgbClr val="005B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ja-JP" altLang="en-US" b="1" dirty="0">
                  <a:solidFill>
                    <a:srgbClr val="005B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モデル構築・予測</a:t>
              </a:r>
              <a:r>
                <a:rPr kumimoji="1" lang="en-US" altLang="ja-JP" b="1" dirty="0">
                  <a:solidFill>
                    <a:srgbClr val="005B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kumimoji="1" lang="ja-JP" altLang="en-US" b="1" dirty="0">
                <a:solidFill>
                  <a:srgbClr val="005B8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7" name="テキスト ボックス 506">
              <a:extLst>
                <a:ext uri="{FF2B5EF4-FFF2-40B4-BE49-F238E27FC236}">
                  <a16:creationId xmlns:a16="http://schemas.microsoft.com/office/drawing/2014/main" id="{52C8B682-D084-060D-A4BA-DD37F842C24F}"/>
                </a:ext>
              </a:extLst>
            </p:cNvPr>
            <p:cNvSpPr txBox="1"/>
            <p:nvPr/>
          </p:nvSpPr>
          <p:spPr>
            <a:xfrm>
              <a:off x="2583742" y="6417075"/>
              <a:ext cx="411099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ja-JP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ja-JP" altLang="en-US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速度定数抽出・妥当性検証</a:t>
              </a:r>
              <a:r>
                <a:rPr kumimoji="1" lang="en-US" altLang="ja-JP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kumimoji="1" lang="ja-JP" altLang="en-US" b="1" dirty="0">
                <a:solidFill>
                  <a:srgbClr val="D5150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17" name="グループ化 516">
            <a:extLst>
              <a:ext uri="{FF2B5EF4-FFF2-40B4-BE49-F238E27FC236}">
                <a16:creationId xmlns:a16="http://schemas.microsoft.com/office/drawing/2014/main" id="{B063ACDF-5726-2BFC-FE42-BF46079F3AB4}"/>
              </a:ext>
            </a:extLst>
          </p:cNvPr>
          <p:cNvGrpSpPr/>
          <p:nvPr/>
        </p:nvGrpSpPr>
        <p:grpSpPr>
          <a:xfrm>
            <a:off x="4267850" y="2371368"/>
            <a:ext cx="7742751" cy="3725331"/>
            <a:chOff x="4267850" y="2371368"/>
            <a:chExt cx="7742751" cy="3725331"/>
          </a:xfrm>
        </p:grpSpPr>
        <p:grpSp>
          <p:nvGrpSpPr>
            <p:cNvPr id="497" name="グループ化 496">
              <a:extLst>
                <a:ext uri="{FF2B5EF4-FFF2-40B4-BE49-F238E27FC236}">
                  <a16:creationId xmlns:a16="http://schemas.microsoft.com/office/drawing/2014/main" id="{067DDDF5-DDDF-8087-31CA-4781CF1581CD}"/>
                </a:ext>
              </a:extLst>
            </p:cNvPr>
            <p:cNvGrpSpPr/>
            <p:nvPr/>
          </p:nvGrpSpPr>
          <p:grpSpPr>
            <a:xfrm>
              <a:off x="4267850" y="3109058"/>
              <a:ext cx="3782626" cy="2048663"/>
              <a:chOff x="18411116" y="-2275822"/>
              <a:chExt cx="3782626" cy="2048663"/>
            </a:xfrm>
          </p:grpSpPr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A440934F-1D9E-EA59-D1D2-151CB08FAC71}"/>
                  </a:ext>
                </a:extLst>
              </p:cNvPr>
              <p:cNvSpPr/>
              <p:nvPr/>
            </p:nvSpPr>
            <p:spPr>
              <a:xfrm>
                <a:off x="18956944" y="-1689290"/>
                <a:ext cx="2628130" cy="1105719"/>
              </a:xfrm>
              <a:prstGeom prst="rect">
                <a:avLst/>
              </a:prstGeom>
              <a:solidFill>
                <a:schemeClr val="tx1"/>
              </a:solidFill>
              <a:ln w="762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rgbClr val="005B82"/>
                  </a:solidFill>
                </a:endParaRPr>
              </a:p>
            </p:txBody>
          </p:sp>
          <p:sp>
            <p:nvSpPr>
              <p:cNvPr id="36" name="矢印: 下 35">
                <a:extLst>
                  <a:ext uri="{FF2B5EF4-FFF2-40B4-BE49-F238E27FC236}">
                    <a16:creationId xmlns:a16="http://schemas.microsoft.com/office/drawing/2014/main" id="{039A9078-F24D-1E62-7F83-00682ABDFF83}"/>
                  </a:ext>
                </a:extLst>
              </p:cNvPr>
              <p:cNvSpPr/>
              <p:nvPr/>
            </p:nvSpPr>
            <p:spPr>
              <a:xfrm rot="19512665">
                <a:off x="18411116" y="-2275822"/>
                <a:ext cx="536338" cy="528027"/>
              </a:xfrm>
              <a:prstGeom prst="downArrow">
                <a:avLst/>
              </a:prstGeom>
              <a:noFill/>
              <a:ln w="762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6BDD4301-847C-6FA0-D46E-2F903FB0DBD3}"/>
                  </a:ext>
                </a:extLst>
              </p:cNvPr>
              <p:cNvSpPr txBox="1"/>
              <p:nvPr/>
            </p:nvSpPr>
            <p:spPr>
              <a:xfrm>
                <a:off x="18892544" y="-1568454"/>
                <a:ext cx="2764538" cy="9848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ja-JP" altLang="en-US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速度論による</a:t>
                </a:r>
                <a:endParaRPr kumimoji="1" lang="en-US" altLang="ja-JP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kumimoji="1" lang="ja-JP" altLang="en-US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触媒開発</a:t>
                </a:r>
              </a:p>
            </p:txBody>
          </p:sp>
          <p:sp>
            <p:nvSpPr>
              <p:cNvPr id="44" name="矢印: 下 43">
                <a:extLst>
                  <a:ext uri="{FF2B5EF4-FFF2-40B4-BE49-F238E27FC236}">
                    <a16:creationId xmlns:a16="http://schemas.microsoft.com/office/drawing/2014/main" id="{51BF7410-553D-5E38-FEB8-0F2304BACF27}"/>
                  </a:ext>
                </a:extLst>
              </p:cNvPr>
              <p:cNvSpPr/>
              <p:nvPr/>
            </p:nvSpPr>
            <p:spPr>
              <a:xfrm rot="12825329">
                <a:off x="18411116" y="-755186"/>
                <a:ext cx="536338" cy="528027"/>
              </a:xfrm>
              <a:prstGeom prst="downArrow">
                <a:avLst/>
              </a:prstGeom>
              <a:noFill/>
              <a:ln w="762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矢印: 下 44">
                <a:extLst>
                  <a:ext uri="{FF2B5EF4-FFF2-40B4-BE49-F238E27FC236}">
                    <a16:creationId xmlns:a16="http://schemas.microsoft.com/office/drawing/2014/main" id="{33858642-E683-F3D2-7F2D-51E6313746DE}"/>
                  </a:ext>
                </a:extLst>
              </p:cNvPr>
              <p:cNvSpPr/>
              <p:nvPr/>
            </p:nvSpPr>
            <p:spPr>
              <a:xfrm rot="5400000">
                <a:off x="21661560" y="-1421653"/>
                <a:ext cx="536338" cy="528027"/>
              </a:xfrm>
              <a:prstGeom prst="downArrow">
                <a:avLst/>
              </a:prstGeom>
              <a:noFill/>
              <a:ln w="762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494" name="グループ化 493">
              <a:extLst>
                <a:ext uri="{FF2B5EF4-FFF2-40B4-BE49-F238E27FC236}">
                  <a16:creationId xmlns:a16="http://schemas.microsoft.com/office/drawing/2014/main" id="{EA9C8B80-5805-8DA5-BACE-D57C64DA53DB}"/>
                </a:ext>
              </a:extLst>
            </p:cNvPr>
            <p:cNvGrpSpPr/>
            <p:nvPr/>
          </p:nvGrpSpPr>
          <p:grpSpPr>
            <a:xfrm>
              <a:off x="8432148" y="3009046"/>
              <a:ext cx="2395588" cy="3002193"/>
              <a:chOff x="11809574" y="6972991"/>
              <a:chExt cx="3047112" cy="3818695"/>
            </a:xfrm>
          </p:grpSpPr>
          <p:grpSp>
            <p:nvGrpSpPr>
              <p:cNvPr id="61" name="グループ化 60">
                <a:extLst>
                  <a:ext uri="{FF2B5EF4-FFF2-40B4-BE49-F238E27FC236}">
                    <a16:creationId xmlns:a16="http://schemas.microsoft.com/office/drawing/2014/main" id="{3EC2FE9E-D32B-1F21-C642-01E714FB9252}"/>
                  </a:ext>
                </a:extLst>
              </p:cNvPr>
              <p:cNvGrpSpPr/>
              <p:nvPr/>
            </p:nvGrpSpPr>
            <p:grpSpPr>
              <a:xfrm>
                <a:off x="11809575" y="9182534"/>
                <a:ext cx="2858503" cy="987561"/>
                <a:chOff x="8099038" y="782458"/>
                <a:chExt cx="2858503" cy="987561"/>
              </a:xfrm>
            </p:grpSpPr>
            <p:sp>
              <p:nvSpPr>
                <p:cNvPr id="157" name="正方形/長方形 156">
                  <a:extLst>
                    <a:ext uri="{FF2B5EF4-FFF2-40B4-BE49-F238E27FC236}">
                      <a16:creationId xmlns:a16="http://schemas.microsoft.com/office/drawing/2014/main" id="{176E0CA3-9B25-62B3-2EDB-109B026436E7}"/>
                    </a:ext>
                  </a:extLst>
                </p:cNvPr>
                <p:cNvSpPr/>
                <p:nvPr/>
              </p:nvSpPr>
              <p:spPr>
                <a:xfrm>
                  <a:off x="8099038" y="785703"/>
                  <a:ext cx="2858503" cy="98431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 dirty="0"/>
                </a:p>
              </p:txBody>
            </p:sp>
            <p:sp>
              <p:nvSpPr>
                <p:cNvPr id="158" name="フリーフォーム: 図形 157">
                  <a:extLst>
                    <a:ext uri="{FF2B5EF4-FFF2-40B4-BE49-F238E27FC236}">
                      <a16:creationId xmlns:a16="http://schemas.microsoft.com/office/drawing/2014/main" id="{CA7B5782-AD97-FF6C-BC1F-205291E62210}"/>
                    </a:ext>
                  </a:extLst>
                </p:cNvPr>
                <p:cNvSpPr/>
                <p:nvPr/>
              </p:nvSpPr>
              <p:spPr>
                <a:xfrm>
                  <a:off x="8100726" y="782458"/>
                  <a:ext cx="2856814" cy="984316"/>
                </a:xfrm>
                <a:custGeom>
                  <a:avLst/>
                  <a:gdLst>
                    <a:gd name="csX0" fmla="*/ 1350244 w 2730350"/>
                    <a:gd name="csY0" fmla="*/ 308679 h 984316"/>
                    <a:gd name="csX1" fmla="*/ 1347166 w 2730350"/>
                    <a:gd name="csY1" fmla="*/ 350978 h 984316"/>
                    <a:gd name="csX2" fmla="*/ 1274417 w 2730350"/>
                    <a:gd name="csY2" fmla="*/ 631652 h 984316"/>
                    <a:gd name="csX3" fmla="*/ 1254113 w 2730350"/>
                    <a:gd name="csY3" fmla="*/ 684429 h 984316"/>
                    <a:gd name="csX4" fmla="*/ 1351037 w 2730350"/>
                    <a:gd name="csY4" fmla="*/ 800795 h 984316"/>
                    <a:gd name="csX5" fmla="*/ 1352175 w 2730350"/>
                    <a:gd name="csY5" fmla="*/ 802437 h 984316"/>
                    <a:gd name="csX6" fmla="*/ 1412378 w 2730350"/>
                    <a:gd name="csY6" fmla="*/ 662019 h 984316"/>
                    <a:gd name="csX7" fmla="*/ 1524272 w 2730350"/>
                    <a:gd name="csY7" fmla="*/ 460987 h 984316"/>
                    <a:gd name="csX8" fmla="*/ 1569898 w 2730350"/>
                    <a:gd name="csY8" fmla="*/ 401085 h 984316"/>
                    <a:gd name="csX9" fmla="*/ 1462858 w 2730350"/>
                    <a:gd name="csY9" fmla="*/ 356833 h 984316"/>
                    <a:gd name="csX10" fmla="*/ 919018 w 2730350"/>
                    <a:gd name="csY10" fmla="*/ 99160 h 984316"/>
                    <a:gd name="csX11" fmla="*/ 911608 w 2730350"/>
                    <a:gd name="csY11" fmla="*/ 181007 h 984316"/>
                    <a:gd name="csX12" fmla="*/ 958935 w 2730350"/>
                    <a:gd name="csY12" fmla="*/ 238625 h 984316"/>
                    <a:gd name="csX13" fmla="*/ 984677 w 2730350"/>
                    <a:gd name="csY13" fmla="*/ 280212 h 984316"/>
                    <a:gd name="csX14" fmla="*/ 986904 w 2730350"/>
                    <a:gd name="csY14" fmla="*/ 260984 h 984316"/>
                    <a:gd name="csX15" fmla="*/ 1011715 w 2730350"/>
                    <a:gd name="csY15" fmla="*/ 158007 h 984316"/>
                    <a:gd name="csX16" fmla="*/ 1014536 w 2730350"/>
                    <a:gd name="csY16" fmla="*/ 152310 h 984316"/>
                    <a:gd name="csX17" fmla="*/ 956076 w 2730350"/>
                    <a:gd name="csY17" fmla="*/ 121517 h 984316"/>
                    <a:gd name="csX18" fmla="*/ 0 w 2730350"/>
                    <a:gd name="csY18" fmla="*/ 0 h 984316"/>
                    <a:gd name="csX19" fmla="*/ 21168 w 2730350"/>
                    <a:gd name="csY19" fmla="*/ 0 h 984316"/>
                    <a:gd name="csX20" fmla="*/ 150188 w 2730350"/>
                    <a:gd name="csY20" fmla="*/ 80052 h 984316"/>
                    <a:gd name="csX21" fmla="*/ 480521 w 2730350"/>
                    <a:gd name="csY21" fmla="*/ 529126 h 984316"/>
                    <a:gd name="csX22" fmla="*/ 486796 w 2730350"/>
                    <a:gd name="csY22" fmla="*/ 536980 h 984316"/>
                    <a:gd name="csX23" fmla="*/ 544576 w 2730350"/>
                    <a:gd name="csY23" fmla="*/ 382149 h 984316"/>
                    <a:gd name="csX24" fmla="*/ 620581 w 2730350"/>
                    <a:gd name="csY24" fmla="*/ 237831 h 984316"/>
                    <a:gd name="csX25" fmla="*/ 552605 w 2730350"/>
                    <a:gd name="csY25" fmla="*/ 104260 h 984316"/>
                    <a:gd name="csX26" fmla="*/ 517749 w 2730350"/>
                    <a:gd name="csY26" fmla="*/ 0 h 984316"/>
                    <a:gd name="csX27" fmla="*/ 667507 w 2730350"/>
                    <a:gd name="csY27" fmla="*/ 0 h 984316"/>
                    <a:gd name="csX28" fmla="*/ 745534 w 2730350"/>
                    <a:gd name="csY28" fmla="*/ 48413 h 984316"/>
                    <a:gd name="csX29" fmla="*/ 778575 w 2730350"/>
                    <a:gd name="csY29" fmla="*/ 1695 h 984316"/>
                    <a:gd name="csX30" fmla="*/ 780182 w 2730350"/>
                    <a:gd name="csY30" fmla="*/ 0 h 984316"/>
                    <a:gd name="csX31" fmla="*/ 1527831 w 2730350"/>
                    <a:gd name="csY31" fmla="*/ 0 h 984316"/>
                    <a:gd name="csX32" fmla="*/ 1613189 w 2730350"/>
                    <a:gd name="csY32" fmla="*/ 47001 h 984316"/>
                    <a:gd name="csX33" fmla="*/ 1792412 w 2730350"/>
                    <a:gd name="csY33" fmla="*/ 156590 h 984316"/>
                    <a:gd name="csX34" fmla="*/ 1852882 w 2730350"/>
                    <a:gd name="csY34" fmla="*/ 100581 h 984316"/>
                    <a:gd name="csX35" fmla="*/ 1961040 w 2730350"/>
                    <a:gd name="csY35" fmla="*/ 26002 h 984316"/>
                    <a:gd name="csX36" fmla="*/ 2008293 w 2730350"/>
                    <a:gd name="csY36" fmla="*/ 0 h 984316"/>
                    <a:gd name="csX37" fmla="*/ 2068907 w 2730350"/>
                    <a:gd name="csY37" fmla="*/ 0 h 984316"/>
                    <a:gd name="csX38" fmla="*/ 1993508 w 2730350"/>
                    <a:gd name="csY38" fmla="*/ 248935 h 984316"/>
                    <a:gd name="csX39" fmla="*/ 1999247 w 2730350"/>
                    <a:gd name="csY39" fmla="*/ 291325 h 984316"/>
                    <a:gd name="csX40" fmla="*/ 2035548 w 2730350"/>
                    <a:gd name="csY40" fmla="*/ 315276 h 984316"/>
                    <a:gd name="csX41" fmla="*/ 2223343 w 2730350"/>
                    <a:gd name="csY41" fmla="*/ 447324 h 984316"/>
                    <a:gd name="csX42" fmla="*/ 2299532 w 2730350"/>
                    <a:gd name="csY42" fmla="*/ 504432 h 984316"/>
                    <a:gd name="csX43" fmla="*/ 2346930 w 2730350"/>
                    <a:gd name="csY43" fmla="*/ 382148 h 984316"/>
                    <a:gd name="csX44" fmla="*/ 2511153 w 2730350"/>
                    <a:gd name="csY44" fmla="*/ 93547 h 984316"/>
                    <a:gd name="csX45" fmla="*/ 2584910 w 2730350"/>
                    <a:gd name="csY45" fmla="*/ 0 h 984316"/>
                    <a:gd name="csX46" fmla="*/ 2730350 w 2730350"/>
                    <a:gd name="csY46" fmla="*/ 0 h 984316"/>
                    <a:gd name="csX47" fmla="*/ 2711329 w 2730350"/>
                    <a:gd name="csY47" fmla="*/ 210092 h 984316"/>
                    <a:gd name="csX48" fmla="*/ 2528959 w 2730350"/>
                    <a:gd name="csY48" fmla="*/ 606326 h 984316"/>
                    <a:gd name="csX49" fmla="*/ 2496502 w 2730350"/>
                    <a:gd name="csY49" fmla="*/ 660191 h 984316"/>
                    <a:gd name="csX50" fmla="*/ 2529811 w 2730350"/>
                    <a:gd name="csY50" fmla="*/ 690799 h 984316"/>
                    <a:gd name="csX51" fmla="*/ 2551338 w 2730350"/>
                    <a:gd name="csY51" fmla="*/ 714598 h 984316"/>
                    <a:gd name="csX52" fmla="*/ 2507292 w 2730350"/>
                    <a:gd name="csY52" fmla="*/ 739336 h 984316"/>
                    <a:gd name="csX53" fmla="*/ 2456217 w 2730350"/>
                    <a:gd name="csY53" fmla="*/ 727612 h 984316"/>
                    <a:gd name="csX54" fmla="*/ 2380665 w 2730350"/>
                    <a:gd name="csY54" fmla="*/ 902154 h 984316"/>
                    <a:gd name="csX55" fmla="*/ 2346415 w 2730350"/>
                    <a:gd name="csY55" fmla="*/ 984316 h 984316"/>
                    <a:gd name="csX56" fmla="*/ 2178537 w 2730350"/>
                    <a:gd name="csY56" fmla="*/ 984316 h 984316"/>
                    <a:gd name="csX57" fmla="*/ 2215018 w 2730350"/>
                    <a:gd name="csY57" fmla="*/ 777922 h 984316"/>
                    <a:gd name="csX58" fmla="*/ 2247009 w 2730350"/>
                    <a:gd name="csY58" fmla="*/ 663218 h 984316"/>
                    <a:gd name="csX59" fmla="*/ 2159571 w 2730350"/>
                    <a:gd name="csY59" fmla="*/ 632602 h 984316"/>
                    <a:gd name="csX60" fmla="*/ 1995707 w 2730350"/>
                    <a:gd name="csY60" fmla="*/ 571245 h 984316"/>
                    <a:gd name="csX61" fmla="*/ 1937081 w 2730350"/>
                    <a:gd name="csY61" fmla="*/ 548328 h 984316"/>
                    <a:gd name="csX62" fmla="*/ 1907097 w 2730350"/>
                    <a:gd name="csY62" fmla="*/ 582433 h 984316"/>
                    <a:gd name="csX63" fmla="*/ 1860987 w 2730350"/>
                    <a:gd name="csY63" fmla="*/ 646954 h 984316"/>
                    <a:gd name="csX64" fmla="*/ 1670583 w 2730350"/>
                    <a:gd name="csY64" fmla="*/ 980188 h 984316"/>
                    <a:gd name="csX65" fmla="*/ 1644941 w 2730350"/>
                    <a:gd name="csY65" fmla="*/ 757644 h 984316"/>
                    <a:gd name="csX66" fmla="*/ 1646110 w 2730350"/>
                    <a:gd name="csY66" fmla="*/ 686773 h 984316"/>
                    <a:gd name="csX67" fmla="*/ 1546180 w 2730350"/>
                    <a:gd name="csY67" fmla="*/ 818880 h 984316"/>
                    <a:gd name="csX68" fmla="*/ 1455607 w 2730350"/>
                    <a:gd name="csY68" fmla="*/ 940973 h 984316"/>
                    <a:gd name="csX69" fmla="*/ 1449398 w 2730350"/>
                    <a:gd name="csY69" fmla="*/ 947859 h 984316"/>
                    <a:gd name="csX70" fmla="*/ 1468211 w 2730350"/>
                    <a:gd name="csY70" fmla="*/ 984316 h 984316"/>
                    <a:gd name="csX71" fmla="*/ 1287305 w 2730350"/>
                    <a:gd name="csY71" fmla="*/ 984316 h 984316"/>
                    <a:gd name="csX72" fmla="*/ 1287796 w 2730350"/>
                    <a:gd name="csY72" fmla="*/ 982622 h 984316"/>
                    <a:gd name="csX73" fmla="*/ 1300983 w 2730350"/>
                    <a:gd name="csY73" fmla="*/ 944668 h 984316"/>
                    <a:gd name="csX74" fmla="*/ 1209214 w 2730350"/>
                    <a:gd name="csY74" fmla="*/ 882782 h 984316"/>
                    <a:gd name="csX75" fmla="*/ 1180250 w 2730350"/>
                    <a:gd name="csY75" fmla="*/ 860323 h 984316"/>
                    <a:gd name="csX76" fmla="*/ 1174797 w 2730350"/>
                    <a:gd name="csY76" fmla="*/ 872583 h 984316"/>
                    <a:gd name="csX77" fmla="*/ 1137263 w 2730350"/>
                    <a:gd name="csY77" fmla="*/ 947798 h 984316"/>
                    <a:gd name="csX78" fmla="*/ 1116957 w 2730350"/>
                    <a:gd name="csY78" fmla="*/ 984316 h 984316"/>
                    <a:gd name="csX79" fmla="*/ 991080 w 2730350"/>
                    <a:gd name="csY79" fmla="*/ 984316 h 984316"/>
                    <a:gd name="csX80" fmla="*/ 989294 w 2730350"/>
                    <a:gd name="csY80" fmla="*/ 974462 h 984316"/>
                    <a:gd name="csX81" fmla="*/ 974053 w 2730350"/>
                    <a:gd name="csY81" fmla="*/ 788077 h 984316"/>
                    <a:gd name="csX82" fmla="*/ 972185 w 2730350"/>
                    <a:gd name="csY82" fmla="*/ 686665 h 984316"/>
                    <a:gd name="csX83" fmla="*/ 911261 w 2730350"/>
                    <a:gd name="csY83" fmla="*/ 630680 h 984316"/>
                    <a:gd name="csX84" fmla="*/ 797655 w 2730350"/>
                    <a:gd name="csY84" fmla="*/ 502733 h 984316"/>
                    <a:gd name="csX85" fmla="*/ 726606 w 2730350"/>
                    <a:gd name="csY85" fmla="*/ 606327 h 984316"/>
                    <a:gd name="csX86" fmla="*/ 654735 w 2730350"/>
                    <a:gd name="csY86" fmla="*/ 725599 h 984316"/>
                    <a:gd name="csX87" fmla="*/ 650403 w 2730350"/>
                    <a:gd name="csY87" fmla="*/ 735608 h 984316"/>
                    <a:gd name="csX88" fmla="*/ 704699 w 2730350"/>
                    <a:gd name="csY88" fmla="*/ 800795 h 984316"/>
                    <a:gd name="csX89" fmla="*/ 792644 w 2730350"/>
                    <a:gd name="csY89" fmla="*/ 927676 h 984316"/>
                    <a:gd name="csX90" fmla="*/ 821872 w 2730350"/>
                    <a:gd name="csY90" fmla="*/ 984316 h 984316"/>
                    <a:gd name="csX91" fmla="*/ 713485 w 2730350"/>
                    <a:gd name="csY91" fmla="*/ 984316 h 984316"/>
                    <a:gd name="csX92" fmla="*/ 713034 w 2730350"/>
                    <a:gd name="csY92" fmla="*/ 984043 h 984316"/>
                    <a:gd name="csX93" fmla="*/ 581315 w 2730350"/>
                    <a:gd name="csY93" fmla="*/ 895217 h 984316"/>
                    <a:gd name="csX94" fmla="*/ 578311 w 2730350"/>
                    <a:gd name="csY94" fmla="*/ 902155 h 984316"/>
                    <a:gd name="csX95" fmla="*/ 544061 w 2730350"/>
                    <a:gd name="csY95" fmla="*/ 984316 h 984316"/>
                    <a:gd name="csX96" fmla="*/ 375532 w 2730350"/>
                    <a:gd name="csY96" fmla="*/ 984316 h 984316"/>
                    <a:gd name="csX97" fmla="*/ 391983 w 2730350"/>
                    <a:gd name="csY97" fmla="*/ 875351 h 984316"/>
                    <a:gd name="csX98" fmla="*/ 417740 w 2730350"/>
                    <a:gd name="csY98" fmla="*/ 770239 h 984316"/>
                    <a:gd name="csX99" fmla="*/ 411675 w 2730350"/>
                    <a:gd name="csY99" fmla="*/ 765535 h 984316"/>
                    <a:gd name="csX100" fmla="*/ 65147 w 2730350"/>
                    <a:gd name="csY100" fmla="*/ 391838 h 984316"/>
                    <a:gd name="csX101" fmla="*/ 0 w 2730350"/>
                    <a:gd name="csY101" fmla="*/ 289394 h 9843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</a:cxnLst>
                  <a:rect l="l" t="t" r="r" b="b"/>
                  <a:pathLst>
                    <a:path w="2730350" h="984316">
                      <a:moveTo>
                        <a:pt x="1350244" y="308679"/>
                      </a:moveTo>
                      <a:lnTo>
                        <a:pt x="1347166" y="350978"/>
                      </a:lnTo>
                      <a:cubicBezTo>
                        <a:pt x="1335631" y="437154"/>
                        <a:pt x="1308324" y="535520"/>
                        <a:pt x="1274417" y="631652"/>
                      </a:cubicBezTo>
                      <a:lnTo>
                        <a:pt x="1254113" y="684429"/>
                      </a:lnTo>
                      <a:lnTo>
                        <a:pt x="1351037" y="800795"/>
                      </a:lnTo>
                      <a:lnTo>
                        <a:pt x="1352175" y="802437"/>
                      </a:lnTo>
                      <a:lnTo>
                        <a:pt x="1412378" y="662019"/>
                      </a:lnTo>
                      <a:cubicBezTo>
                        <a:pt x="1444805" y="594258"/>
                        <a:pt x="1481785" y="526726"/>
                        <a:pt x="1524272" y="460987"/>
                      </a:cubicBezTo>
                      <a:lnTo>
                        <a:pt x="1569898" y="401085"/>
                      </a:lnTo>
                      <a:lnTo>
                        <a:pt x="1462858" y="356833"/>
                      </a:lnTo>
                      <a:close/>
                      <a:moveTo>
                        <a:pt x="919018" y="99160"/>
                      </a:moveTo>
                      <a:lnTo>
                        <a:pt x="911608" y="181007"/>
                      </a:lnTo>
                      <a:lnTo>
                        <a:pt x="958935" y="238625"/>
                      </a:lnTo>
                      <a:lnTo>
                        <a:pt x="984677" y="280212"/>
                      </a:lnTo>
                      <a:lnTo>
                        <a:pt x="986904" y="260984"/>
                      </a:lnTo>
                      <a:cubicBezTo>
                        <a:pt x="993027" y="219782"/>
                        <a:pt x="1001143" y="185409"/>
                        <a:pt x="1011715" y="158007"/>
                      </a:cubicBezTo>
                      <a:lnTo>
                        <a:pt x="1014536" y="152310"/>
                      </a:lnTo>
                      <a:lnTo>
                        <a:pt x="956076" y="121517"/>
                      </a:lnTo>
                      <a:close/>
                      <a:moveTo>
                        <a:pt x="0" y="0"/>
                      </a:moveTo>
                      <a:lnTo>
                        <a:pt x="21168" y="0"/>
                      </a:lnTo>
                      <a:lnTo>
                        <a:pt x="150188" y="80052"/>
                      </a:lnTo>
                      <a:cubicBezTo>
                        <a:pt x="347985" y="207375"/>
                        <a:pt x="370411" y="379435"/>
                        <a:pt x="480521" y="529126"/>
                      </a:cubicBezTo>
                      <a:lnTo>
                        <a:pt x="486796" y="536980"/>
                      </a:lnTo>
                      <a:lnTo>
                        <a:pt x="544576" y="382149"/>
                      </a:lnTo>
                      <a:lnTo>
                        <a:pt x="620581" y="237831"/>
                      </a:lnTo>
                      <a:lnTo>
                        <a:pt x="552605" y="104260"/>
                      </a:lnTo>
                      <a:lnTo>
                        <a:pt x="517749" y="0"/>
                      </a:lnTo>
                      <a:lnTo>
                        <a:pt x="667507" y="0"/>
                      </a:lnTo>
                      <a:lnTo>
                        <a:pt x="745534" y="48413"/>
                      </a:lnTo>
                      <a:lnTo>
                        <a:pt x="778575" y="1695"/>
                      </a:lnTo>
                      <a:lnTo>
                        <a:pt x="780182" y="0"/>
                      </a:lnTo>
                      <a:lnTo>
                        <a:pt x="1527831" y="0"/>
                      </a:lnTo>
                      <a:lnTo>
                        <a:pt x="1613189" y="47001"/>
                      </a:lnTo>
                      <a:lnTo>
                        <a:pt x="1792412" y="156590"/>
                      </a:lnTo>
                      <a:lnTo>
                        <a:pt x="1852882" y="100581"/>
                      </a:lnTo>
                      <a:cubicBezTo>
                        <a:pt x="1887042" y="74426"/>
                        <a:pt x="1923055" y="49501"/>
                        <a:pt x="1961040" y="26002"/>
                      </a:cubicBezTo>
                      <a:lnTo>
                        <a:pt x="2008293" y="0"/>
                      </a:lnTo>
                      <a:lnTo>
                        <a:pt x="2068907" y="0"/>
                      </a:lnTo>
                      <a:lnTo>
                        <a:pt x="1993508" y="248935"/>
                      </a:lnTo>
                      <a:lnTo>
                        <a:pt x="1999247" y="291325"/>
                      </a:lnTo>
                      <a:lnTo>
                        <a:pt x="2035548" y="315276"/>
                      </a:lnTo>
                      <a:cubicBezTo>
                        <a:pt x="2102058" y="360640"/>
                        <a:pt x="2165313" y="405214"/>
                        <a:pt x="2223343" y="447324"/>
                      </a:cubicBezTo>
                      <a:lnTo>
                        <a:pt x="2299532" y="504432"/>
                      </a:lnTo>
                      <a:lnTo>
                        <a:pt x="2346930" y="382148"/>
                      </a:lnTo>
                      <a:cubicBezTo>
                        <a:pt x="2391370" y="283730"/>
                        <a:pt x="2445380" y="186748"/>
                        <a:pt x="2511153" y="93547"/>
                      </a:cubicBezTo>
                      <a:lnTo>
                        <a:pt x="2584910" y="0"/>
                      </a:lnTo>
                      <a:lnTo>
                        <a:pt x="2730350" y="0"/>
                      </a:lnTo>
                      <a:lnTo>
                        <a:pt x="2711329" y="210092"/>
                      </a:lnTo>
                      <a:cubicBezTo>
                        <a:pt x="2692091" y="390194"/>
                        <a:pt x="2606370" y="493458"/>
                        <a:pt x="2528959" y="606326"/>
                      </a:cubicBezTo>
                      <a:lnTo>
                        <a:pt x="2496502" y="660191"/>
                      </a:lnTo>
                      <a:lnTo>
                        <a:pt x="2529811" y="690799"/>
                      </a:lnTo>
                      <a:cubicBezTo>
                        <a:pt x="2539606" y="700464"/>
                        <a:pt x="2546864" y="708466"/>
                        <a:pt x="2551338" y="714598"/>
                      </a:cubicBezTo>
                      <a:cubicBezTo>
                        <a:pt x="2569234" y="739124"/>
                        <a:pt x="2551535" y="745972"/>
                        <a:pt x="2507292" y="739336"/>
                      </a:cubicBezTo>
                      <a:lnTo>
                        <a:pt x="2456217" y="727612"/>
                      </a:lnTo>
                      <a:lnTo>
                        <a:pt x="2380665" y="902154"/>
                      </a:lnTo>
                      <a:lnTo>
                        <a:pt x="2346415" y="984316"/>
                      </a:lnTo>
                      <a:lnTo>
                        <a:pt x="2178537" y="984316"/>
                      </a:lnTo>
                      <a:lnTo>
                        <a:pt x="2215018" y="777922"/>
                      </a:lnTo>
                      <a:lnTo>
                        <a:pt x="2247009" y="663218"/>
                      </a:lnTo>
                      <a:lnTo>
                        <a:pt x="2159571" y="632602"/>
                      </a:lnTo>
                      <a:cubicBezTo>
                        <a:pt x="2107814" y="613774"/>
                        <a:pt x="2052816" y="593147"/>
                        <a:pt x="1995707" y="571245"/>
                      </a:cubicBezTo>
                      <a:lnTo>
                        <a:pt x="1937081" y="548328"/>
                      </a:lnTo>
                      <a:lnTo>
                        <a:pt x="1907097" y="582433"/>
                      </a:lnTo>
                      <a:cubicBezTo>
                        <a:pt x="1889667" y="602258"/>
                        <a:pt x="1873268" y="622925"/>
                        <a:pt x="1860987" y="646954"/>
                      </a:cubicBezTo>
                      <a:cubicBezTo>
                        <a:pt x="1795860" y="787661"/>
                        <a:pt x="1788356" y="902847"/>
                        <a:pt x="1670583" y="980188"/>
                      </a:cubicBezTo>
                      <a:cubicBezTo>
                        <a:pt x="1658334" y="911136"/>
                        <a:pt x="1647879" y="835473"/>
                        <a:pt x="1644941" y="757644"/>
                      </a:cubicBezTo>
                      <a:lnTo>
                        <a:pt x="1646110" y="686773"/>
                      </a:lnTo>
                      <a:lnTo>
                        <a:pt x="1546180" y="818880"/>
                      </a:lnTo>
                      <a:cubicBezTo>
                        <a:pt x="1514813" y="862125"/>
                        <a:pt x="1485571" y="902954"/>
                        <a:pt x="1455607" y="940973"/>
                      </a:cubicBezTo>
                      <a:lnTo>
                        <a:pt x="1449398" y="947859"/>
                      </a:lnTo>
                      <a:lnTo>
                        <a:pt x="1468211" y="984316"/>
                      </a:lnTo>
                      <a:lnTo>
                        <a:pt x="1287305" y="984316"/>
                      </a:lnTo>
                      <a:lnTo>
                        <a:pt x="1287796" y="982622"/>
                      </a:lnTo>
                      <a:lnTo>
                        <a:pt x="1300983" y="944668"/>
                      </a:lnTo>
                      <a:lnTo>
                        <a:pt x="1209214" y="882782"/>
                      </a:lnTo>
                      <a:lnTo>
                        <a:pt x="1180250" y="860323"/>
                      </a:lnTo>
                      <a:lnTo>
                        <a:pt x="1174797" y="872583"/>
                      </a:lnTo>
                      <a:cubicBezTo>
                        <a:pt x="1162000" y="899506"/>
                        <a:pt x="1149375" y="924755"/>
                        <a:pt x="1137263" y="947798"/>
                      </a:cubicBezTo>
                      <a:lnTo>
                        <a:pt x="1116957" y="984316"/>
                      </a:lnTo>
                      <a:lnTo>
                        <a:pt x="991080" y="984316"/>
                      </a:lnTo>
                      <a:lnTo>
                        <a:pt x="989294" y="974462"/>
                      </a:lnTo>
                      <a:cubicBezTo>
                        <a:pt x="981838" y="923566"/>
                        <a:pt x="976977" y="859000"/>
                        <a:pt x="974053" y="788077"/>
                      </a:cubicBezTo>
                      <a:lnTo>
                        <a:pt x="972185" y="686665"/>
                      </a:lnTo>
                      <a:lnTo>
                        <a:pt x="911261" y="630680"/>
                      </a:lnTo>
                      <a:lnTo>
                        <a:pt x="797655" y="502733"/>
                      </a:lnTo>
                      <a:lnTo>
                        <a:pt x="726606" y="606327"/>
                      </a:lnTo>
                      <a:cubicBezTo>
                        <a:pt x="700802" y="643950"/>
                        <a:pt x="675922" y="682640"/>
                        <a:pt x="654735" y="725599"/>
                      </a:cubicBezTo>
                      <a:lnTo>
                        <a:pt x="650403" y="735608"/>
                      </a:lnTo>
                      <a:lnTo>
                        <a:pt x="704699" y="800795"/>
                      </a:lnTo>
                      <a:cubicBezTo>
                        <a:pt x="737350" y="842221"/>
                        <a:pt x="766991" y="883583"/>
                        <a:pt x="792644" y="927676"/>
                      </a:cubicBezTo>
                      <a:lnTo>
                        <a:pt x="821872" y="984316"/>
                      </a:lnTo>
                      <a:lnTo>
                        <a:pt x="713485" y="984316"/>
                      </a:lnTo>
                      <a:lnTo>
                        <a:pt x="713034" y="984043"/>
                      </a:lnTo>
                      <a:lnTo>
                        <a:pt x="581315" y="895217"/>
                      </a:lnTo>
                      <a:lnTo>
                        <a:pt x="578311" y="902155"/>
                      </a:lnTo>
                      <a:lnTo>
                        <a:pt x="544061" y="984316"/>
                      </a:lnTo>
                      <a:lnTo>
                        <a:pt x="375532" y="984316"/>
                      </a:lnTo>
                      <a:lnTo>
                        <a:pt x="391983" y="875351"/>
                      </a:lnTo>
                      <a:lnTo>
                        <a:pt x="417740" y="770239"/>
                      </a:lnTo>
                      <a:lnTo>
                        <a:pt x="411675" y="765535"/>
                      </a:lnTo>
                      <a:cubicBezTo>
                        <a:pt x="286765" y="660718"/>
                        <a:pt x="166490" y="537560"/>
                        <a:pt x="65147" y="391838"/>
                      </a:cubicBezTo>
                      <a:lnTo>
                        <a:pt x="0" y="289394"/>
                      </a:lnTo>
                      <a:close/>
                    </a:path>
                  </a:pathLst>
                </a:custGeom>
                <a:solidFill>
                  <a:srgbClr val="D51506">
                    <a:alpha val="45098"/>
                  </a:srgbClr>
                </a:solidFill>
                <a:ln>
                  <a:solidFill>
                    <a:srgbClr val="D5150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ja-JP" altLang="en-US" sz="1400" dirty="0"/>
                </a:p>
              </p:txBody>
            </p:sp>
          </p:grpSp>
          <p:grpSp>
            <p:nvGrpSpPr>
              <p:cNvPr id="62" name="グループ化 61">
                <a:extLst>
                  <a:ext uri="{FF2B5EF4-FFF2-40B4-BE49-F238E27FC236}">
                    <a16:creationId xmlns:a16="http://schemas.microsoft.com/office/drawing/2014/main" id="{D70BEE19-2E06-1B5A-7574-53EAA4974977}"/>
                  </a:ext>
                </a:extLst>
              </p:cNvPr>
              <p:cNvGrpSpPr/>
              <p:nvPr/>
            </p:nvGrpSpPr>
            <p:grpSpPr>
              <a:xfrm>
                <a:off x="11809574" y="6972991"/>
                <a:ext cx="3047112" cy="1645350"/>
                <a:chOff x="0" y="792309"/>
                <a:chExt cx="4142574" cy="2236867"/>
              </a:xfrm>
            </p:grpSpPr>
            <p:pic>
              <p:nvPicPr>
                <p:cNvPr id="107" name="Picture 44" descr="OWG_side2">
                  <a:extLst>
                    <a:ext uri="{FF2B5EF4-FFF2-40B4-BE49-F238E27FC236}">
                      <a16:creationId xmlns:a16="http://schemas.microsoft.com/office/drawing/2014/main" id="{2E612135-D39A-1002-C9AD-41CBA2622B5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2523"/>
                <a:stretch>
                  <a:fillRect/>
                </a:stretch>
              </p:blipFill>
              <p:spPr bwMode="auto">
                <a:xfrm>
                  <a:off x="18590" y="792309"/>
                  <a:ext cx="3849029" cy="223686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8" name="テキスト ボックス 107">
                  <a:extLst>
                    <a:ext uri="{FF2B5EF4-FFF2-40B4-BE49-F238E27FC236}">
                      <a16:creationId xmlns:a16="http://schemas.microsoft.com/office/drawing/2014/main" id="{47500BE0-1870-CD51-BEE0-32CDB7B10B76}"/>
                    </a:ext>
                  </a:extLst>
                </p:cNvPr>
                <p:cNvSpPr txBox="1"/>
                <p:nvPr/>
              </p:nvSpPr>
              <p:spPr>
                <a:xfrm>
                  <a:off x="2135539" y="1134929"/>
                  <a:ext cx="1758946" cy="3725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対極 </a:t>
                  </a:r>
                  <a:r>
                    <a:rPr lang="en-US" altLang="ja-JP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白金線</a:t>
                  </a:r>
                  <a:r>
                    <a:rPr lang="en-US" altLang="ja-JP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kumimoji="1" lang="ja-JP" altLang="en-US" sz="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" name="テキスト ボックス 108">
                  <a:extLst>
                    <a:ext uri="{FF2B5EF4-FFF2-40B4-BE49-F238E27FC236}">
                      <a16:creationId xmlns:a16="http://schemas.microsoft.com/office/drawing/2014/main" id="{8D27C530-389C-A440-66D4-434786F666F5}"/>
                    </a:ext>
                  </a:extLst>
                </p:cNvPr>
                <p:cNvSpPr txBox="1"/>
                <p:nvPr/>
              </p:nvSpPr>
              <p:spPr>
                <a:xfrm>
                  <a:off x="0" y="1318225"/>
                  <a:ext cx="2456103" cy="3725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参照極</a:t>
                  </a:r>
                  <a:r>
                    <a:rPr lang="en-US" altLang="ja-JP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(Ag/AgCl)</a:t>
                  </a:r>
                  <a:endParaRPr kumimoji="1" lang="ja-JP" altLang="en-US" sz="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テキスト ボックス 109">
                  <a:extLst>
                    <a:ext uri="{FF2B5EF4-FFF2-40B4-BE49-F238E27FC236}">
                      <a16:creationId xmlns:a16="http://schemas.microsoft.com/office/drawing/2014/main" id="{7AD83320-C946-F37C-885A-C25BA4909DD2}"/>
                    </a:ext>
                  </a:extLst>
                </p:cNvPr>
                <p:cNvSpPr txBox="1"/>
                <p:nvPr/>
              </p:nvSpPr>
              <p:spPr>
                <a:xfrm>
                  <a:off x="2019511" y="1555814"/>
                  <a:ext cx="1874974" cy="3725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作用極 </a:t>
                  </a:r>
                  <a:r>
                    <a:rPr lang="en-US" altLang="ja-JP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(IrO</a:t>
                  </a:r>
                  <a:r>
                    <a:rPr lang="en-US" altLang="ja-JP" sz="800" b="1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altLang="ja-JP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kumimoji="1" lang="ja-JP" altLang="en-US" sz="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テキスト ボックス 110">
                  <a:extLst>
                    <a:ext uri="{FF2B5EF4-FFF2-40B4-BE49-F238E27FC236}">
                      <a16:creationId xmlns:a16="http://schemas.microsoft.com/office/drawing/2014/main" id="{CED2D89C-B125-5ECF-353E-9D3A05FB01A3}"/>
                    </a:ext>
                  </a:extLst>
                </p:cNvPr>
                <p:cNvSpPr txBox="1"/>
                <p:nvPr/>
              </p:nvSpPr>
              <p:spPr>
                <a:xfrm>
                  <a:off x="0" y="1615606"/>
                  <a:ext cx="1581075" cy="3725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石英導波路</a:t>
                  </a:r>
                </a:p>
              </p:txBody>
            </p:sp>
            <p:cxnSp>
              <p:nvCxnSpPr>
                <p:cNvPr id="112" name="直線矢印コネクタ 111">
                  <a:extLst>
                    <a:ext uri="{FF2B5EF4-FFF2-40B4-BE49-F238E27FC236}">
                      <a16:creationId xmlns:a16="http://schemas.microsoft.com/office/drawing/2014/main" id="{A2831733-E880-2D21-C8B4-CF720DA57FB3}"/>
                    </a:ext>
                  </a:extLst>
                </p:cNvPr>
                <p:cNvCxnSpPr/>
                <p:nvPr/>
              </p:nvCxnSpPr>
              <p:spPr>
                <a:xfrm>
                  <a:off x="1334151" y="1602502"/>
                  <a:ext cx="412434" cy="436915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線矢印コネクタ 112">
                  <a:extLst>
                    <a:ext uri="{FF2B5EF4-FFF2-40B4-BE49-F238E27FC236}">
                      <a16:creationId xmlns:a16="http://schemas.microsoft.com/office/drawing/2014/main" id="{CF9EB7CA-C8C5-33D8-44BD-208D010D95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97282" y="1462446"/>
                  <a:ext cx="678452" cy="650798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線矢印コネクタ 113">
                  <a:extLst>
                    <a:ext uri="{FF2B5EF4-FFF2-40B4-BE49-F238E27FC236}">
                      <a16:creationId xmlns:a16="http://schemas.microsoft.com/office/drawing/2014/main" id="{4C7E05DC-FD46-95B2-9432-CB77CB45DA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22503" y="1851136"/>
                  <a:ext cx="541609" cy="466681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線矢印コネクタ 114">
                  <a:extLst>
                    <a:ext uri="{FF2B5EF4-FFF2-40B4-BE49-F238E27FC236}">
                      <a16:creationId xmlns:a16="http://schemas.microsoft.com/office/drawing/2014/main" id="{4217AD0A-66FE-F1C2-6A4C-44609AABBB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9977" y="1878293"/>
                  <a:ext cx="0" cy="44458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6" name="グループ化 115">
                  <a:extLst>
                    <a:ext uri="{FF2B5EF4-FFF2-40B4-BE49-F238E27FC236}">
                      <a16:creationId xmlns:a16="http://schemas.microsoft.com/office/drawing/2014/main" id="{AA699D8A-F54D-59E4-1531-AE82585FB8D2}"/>
                    </a:ext>
                  </a:extLst>
                </p:cNvPr>
                <p:cNvGrpSpPr/>
                <p:nvPr/>
              </p:nvGrpSpPr>
              <p:grpSpPr>
                <a:xfrm>
                  <a:off x="612369" y="2187583"/>
                  <a:ext cx="2645313" cy="212778"/>
                  <a:chOff x="7051089" y="3214633"/>
                  <a:chExt cx="2645313" cy="212778"/>
                </a:xfrm>
                <a:solidFill>
                  <a:srgbClr val="FFFF00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p:grpSpPr>
              <p:grpSp>
                <p:nvGrpSpPr>
                  <p:cNvPr id="119" name="グループ化 118">
                    <a:extLst>
                      <a:ext uri="{FF2B5EF4-FFF2-40B4-BE49-F238E27FC236}">
                        <a16:creationId xmlns:a16="http://schemas.microsoft.com/office/drawing/2014/main" id="{A6B443FE-978B-5A79-E551-81E20F538703}"/>
                      </a:ext>
                    </a:extLst>
                  </p:cNvPr>
                  <p:cNvGrpSpPr/>
                  <p:nvPr/>
                </p:nvGrpSpPr>
                <p:grpSpPr>
                  <a:xfrm>
                    <a:off x="7051089" y="3247593"/>
                    <a:ext cx="409380" cy="179818"/>
                    <a:chOff x="-1862643" y="645818"/>
                    <a:chExt cx="1336209" cy="1045698"/>
                  </a:xfrm>
                  <a:grpFill/>
                </p:grpSpPr>
                <p:cxnSp>
                  <p:nvCxnSpPr>
                    <p:cNvPr id="155" name="直線コネクタ 154">
                      <a:extLst>
                        <a:ext uri="{FF2B5EF4-FFF2-40B4-BE49-F238E27FC236}">
                          <a16:creationId xmlns:a16="http://schemas.microsoft.com/office/drawing/2014/main" id="{1FC49B1A-C355-1B25-DB71-5F39D4248D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862643" y="645818"/>
                      <a:ext cx="1045701" cy="1045698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" name="直線コネクタ 155">
                      <a:extLst>
                        <a:ext uri="{FF2B5EF4-FFF2-40B4-BE49-F238E27FC236}">
                          <a16:creationId xmlns:a16="http://schemas.microsoft.com/office/drawing/2014/main" id="{CCB60AE8-4DF8-837F-E60C-04CF8572D5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0" name="グループ化 119">
                    <a:extLst>
                      <a:ext uri="{FF2B5EF4-FFF2-40B4-BE49-F238E27FC236}">
                        <a16:creationId xmlns:a16="http://schemas.microsoft.com/office/drawing/2014/main" id="{F24680A4-2F54-B0A8-5F48-4C8AE72F8DBC}"/>
                      </a:ext>
                    </a:extLst>
                  </p:cNvPr>
                  <p:cNvGrpSpPr/>
                  <p:nvPr/>
                </p:nvGrpSpPr>
                <p:grpSpPr>
                  <a:xfrm>
                    <a:off x="7460044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53" name="直線コネクタ 152">
                      <a:extLst>
                        <a:ext uri="{FF2B5EF4-FFF2-40B4-BE49-F238E27FC236}">
                          <a16:creationId xmlns:a16="http://schemas.microsoft.com/office/drawing/2014/main" id="{64E70434-64CF-B2EA-19D5-3EA72C25E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" name="直線コネクタ 153">
                      <a:extLst>
                        <a:ext uri="{FF2B5EF4-FFF2-40B4-BE49-F238E27FC236}">
                          <a16:creationId xmlns:a16="http://schemas.microsoft.com/office/drawing/2014/main" id="{89134BD8-CC94-E4B7-316A-08AEEDDF09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1" name="グループ化 120">
                    <a:extLst>
                      <a:ext uri="{FF2B5EF4-FFF2-40B4-BE49-F238E27FC236}">
                        <a16:creationId xmlns:a16="http://schemas.microsoft.com/office/drawing/2014/main" id="{109C9FB7-32A5-340E-762D-62A317351451}"/>
                      </a:ext>
                    </a:extLst>
                  </p:cNvPr>
                  <p:cNvGrpSpPr/>
                  <p:nvPr/>
                </p:nvGrpSpPr>
                <p:grpSpPr>
                  <a:xfrm>
                    <a:off x="7636868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51" name="直線コネクタ 150">
                      <a:extLst>
                        <a:ext uri="{FF2B5EF4-FFF2-40B4-BE49-F238E27FC236}">
                          <a16:creationId xmlns:a16="http://schemas.microsoft.com/office/drawing/2014/main" id="{99864BC0-7228-959C-9E85-CC0D50FBDF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直線コネクタ 151">
                      <a:extLst>
                        <a:ext uri="{FF2B5EF4-FFF2-40B4-BE49-F238E27FC236}">
                          <a16:creationId xmlns:a16="http://schemas.microsoft.com/office/drawing/2014/main" id="{C69D6746-6747-82A2-3287-4C0E5EE0C91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2" name="グループ化 121">
                    <a:extLst>
                      <a:ext uri="{FF2B5EF4-FFF2-40B4-BE49-F238E27FC236}">
                        <a16:creationId xmlns:a16="http://schemas.microsoft.com/office/drawing/2014/main" id="{F920E769-2182-EAE4-F5C3-9C842C9D549C}"/>
                      </a:ext>
                    </a:extLst>
                  </p:cNvPr>
                  <p:cNvGrpSpPr/>
                  <p:nvPr/>
                </p:nvGrpSpPr>
                <p:grpSpPr>
                  <a:xfrm>
                    <a:off x="7813693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49" name="直線コネクタ 148">
                      <a:extLst>
                        <a:ext uri="{FF2B5EF4-FFF2-40B4-BE49-F238E27FC236}">
                          <a16:creationId xmlns:a16="http://schemas.microsoft.com/office/drawing/2014/main" id="{3AF61D5F-793C-0100-3878-51A7860E38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" name="直線コネクタ 149">
                      <a:extLst>
                        <a:ext uri="{FF2B5EF4-FFF2-40B4-BE49-F238E27FC236}">
                          <a16:creationId xmlns:a16="http://schemas.microsoft.com/office/drawing/2014/main" id="{9168D7CC-47B5-02E9-CD0F-3AE013E957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3" name="グループ化 122">
                    <a:extLst>
                      <a:ext uri="{FF2B5EF4-FFF2-40B4-BE49-F238E27FC236}">
                        <a16:creationId xmlns:a16="http://schemas.microsoft.com/office/drawing/2014/main" id="{A8B22F4B-B6C8-C28B-7122-9F6F5CA6C701}"/>
                      </a:ext>
                    </a:extLst>
                  </p:cNvPr>
                  <p:cNvGrpSpPr/>
                  <p:nvPr/>
                </p:nvGrpSpPr>
                <p:grpSpPr>
                  <a:xfrm>
                    <a:off x="7990517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47" name="直線コネクタ 146">
                      <a:extLst>
                        <a:ext uri="{FF2B5EF4-FFF2-40B4-BE49-F238E27FC236}">
                          <a16:creationId xmlns:a16="http://schemas.microsoft.com/office/drawing/2014/main" id="{52CBB346-A2EE-DF4F-DA85-FC97C5A3F7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直線コネクタ 147">
                      <a:extLst>
                        <a:ext uri="{FF2B5EF4-FFF2-40B4-BE49-F238E27FC236}">
                          <a16:creationId xmlns:a16="http://schemas.microsoft.com/office/drawing/2014/main" id="{2DD9A5DB-F159-3FD8-1BA2-807762F463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4" name="グループ化 123">
                    <a:extLst>
                      <a:ext uri="{FF2B5EF4-FFF2-40B4-BE49-F238E27FC236}">
                        <a16:creationId xmlns:a16="http://schemas.microsoft.com/office/drawing/2014/main" id="{0800E38D-2C50-3EF7-EBB0-1C305822A7E4}"/>
                      </a:ext>
                    </a:extLst>
                  </p:cNvPr>
                  <p:cNvGrpSpPr/>
                  <p:nvPr/>
                </p:nvGrpSpPr>
                <p:grpSpPr>
                  <a:xfrm>
                    <a:off x="8167342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45" name="直線コネクタ 144">
                      <a:extLst>
                        <a:ext uri="{FF2B5EF4-FFF2-40B4-BE49-F238E27FC236}">
                          <a16:creationId xmlns:a16="http://schemas.microsoft.com/office/drawing/2014/main" id="{33F95D38-5CD6-73A0-5488-9C7E3E02ED5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" name="直線コネクタ 145">
                      <a:extLst>
                        <a:ext uri="{FF2B5EF4-FFF2-40B4-BE49-F238E27FC236}">
                          <a16:creationId xmlns:a16="http://schemas.microsoft.com/office/drawing/2014/main" id="{F3845EFE-4300-063A-6439-BC16AC8396A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5" name="グループ化 124">
                    <a:extLst>
                      <a:ext uri="{FF2B5EF4-FFF2-40B4-BE49-F238E27FC236}">
                        <a16:creationId xmlns:a16="http://schemas.microsoft.com/office/drawing/2014/main" id="{6533119D-69EA-C65C-BCD8-EEBE6B14B298}"/>
                      </a:ext>
                    </a:extLst>
                  </p:cNvPr>
                  <p:cNvGrpSpPr/>
                  <p:nvPr/>
                </p:nvGrpSpPr>
                <p:grpSpPr>
                  <a:xfrm>
                    <a:off x="8344167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43" name="直線コネクタ 142">
                      <a:extLst>
                        <a:ext uri="{FF2B5EF4-FFF2-40B4-BE49-F238E27FC236}">
                          <a16:creationId xmlns:a16="http://schemas.microsoft.com/office/drawing/2014/main" id="{88542FC4-43F2-7162-8678-C11720783E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4" name="直線コネクタ 143">
                      <a:extLst>
                        <a:ext uri="{FF2B5EF4-FFF2-40B4-BE49-F238E27FC236}">
                          <a16:creationId xmlns:a16="http://schemas.microsoft.com/office/drawing/2014/main" id="{AE629CD1-F390-4C0E-3239-E6BDC0CC72A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6" name="グループ化 125">
                    <a:extLst>
                      <a:ext uri="{FF2B5EF4-FFF2-40B4-BE49-F238E27FC236}">
                        <a16:creationId xmlns:a16="http://schemas.microsoft.com/office/drawing/2014/main" id="{F3F823E9-5ECD-5AB7-0333-A222F7FD3EFB}"/>
                      </a:ext>
                    </a:extLst>
                  </p:cNvPr>
                  <p:cNvGrpSpPr/>
                  <p:nvPr/>
                </p:nvGrpSpPr>
                <p:grpSpPr>
                  <a:xfrm>
                    <a:off x="8520991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41" name="直線コネクタ 140">
                      <a:extLst>
                        <a:ext uri="{FF2B5EF4-FFF2-40B4-BE49-F238E27FC236}">
                          <a16:creationId xmlns:a16="http://schemas.microsoft.com/office/drawing/2014/main" id="{783641D2-166C-924E-E427-526654DF87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" name="直線コネクタ 141">
                      <a:extLst>
                        <a:ext uri="{FF2B5EF4-FFF2-40B4-BE49-F238E27FC236}">
                          <a16:creationId xmlns:a16="http://schemas.microsoft.com/office/drawing/2014/main" id="{B6DE3354-1F1D-9DB1-A731-54939FBB41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7" name="グループ化 126">
                    <a:extLst>
                      <a:ext uri="{FF2B5EF4-FFF2-40B4-BE49-F238E27FC236}">
                        <a16:creationId xmlns:a16="http://schemas.microsoft.com/office/drawing/2014/main" id="{F93F924B-524F-2C26-2AA1-C753EE36891B}"/>
                      </a:ext>
                    </a:extLst>
                  </p:cNvPr>
                  <p:cNvGrpSpPr/>
                  <p:nvPr/>
                </p:nvGrpSpPr>
                <p:grpSpPr>
                  <a:xfrm>
                    <a:off x="8697816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39" name="直線コネクタ 138">
                      <a:extLst>
                        <a:ext uri="{FF2B5EF4-FFF2-40B4-BE49-F238E27FC236}">
                          <a16:creationId xmlns:a16="http://schemas.microsoft.com/office/drawing/2014/main" id="{60B8D9B2-7772-D713-655D-F75D80011F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" name="直線コネクタ 139">
                      <a:extLst>
                        <a:ext uri="{FF2B5EF4-FFF2-40B4-BE49-F238E27FC236}">
                          <a16:creationId xmlns:a16="http://schemas.microsoft.com/office/drawing/2014/main" id="{5E2BCEFC-B65A-E58C-278A-B5FBACC116E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8" name="グループ化 127">
                    <a:extLst>
                      <a:ext uri="{FF2B5EF4-FFF2-40B4-BE49-F238E27FC236}">
                        <a16:creationId xmlns:a16="http://schemas.microsoft.com/office/drawing/2014/main" id="{C9756F53-A80C-5836-C755-591E82385BF4}"/>
                      </a:ext>
                    </a:extLst>
                  </p:cNvPr>
                  <p:cNvGrpSpPr/>
                  <p:nvPr/>
                </p:nvGrpSpPr>
                <p:grpSpPr>
                  <a:xfrm>
                    <a:off x="8874641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37" name="直線コネクタ 136">
                      <a:extLst>
                        <a:ext uri="{FF2B5EF4-FFF2-40B4-BE49-F238E27FC236}">
                          <a16:creationId xmlns:a16="http://schemas.microsoft.com/office/drawing/2014/main" id="{43001981-E196-BDA2-1D8E-6A3E342C5D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8" name="直線コネクタ 137">
                      <a:extLst>
                        <a:ext uri="{FF2B5EF4-FFF2-40B4-BE49-F238E27FC236}">
                          <a16:creationId xmlns:a16="http://schemas.microsoft.com/office/drawing/2014/main" id="{161281D0-2D34-F4B3-5CC6-EC7387B851F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9" name="グループ化 128">
                    <a:extLst>
                      <a:ext uri="{FF2B5EF4-FFF2-40B4-BE49-F238E27FC236}">
                        <a16:creationId xmlns:a16="http://schemas.microsoft.com/office/drawing/2014/main" id="{78A252B0-90A9-1456-FA44-8094F9B25745}"/>
                      </a:ext>
                    </a:extLst>
                  </p:cNvPr>
                  <p:cNvGrpSpPr/>
                  <p:nvPr/>
                </p:nvGrpSpPr>
                <p:grpSpPr>
                  <a:xfrm>
                    <a:off x="9051465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35" name="直線コネクタ 134">
                      <a:extLst>
                        <a:ext uri="{FF2B5EF4-FFF2-40B4-BE49-F238E27FC236}">
                          <a16:creationId xmlns:a16="http://schemas.microsoft.com/office/drawing/2014/main" id="{1FC4ED38-ED33-4B5C-F953-61F02600699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" name="直線コネクタ 135">
                      <a:extLst>
                        <a:ext uri="{FF2B5EF4-FFF2-40B4-BE49-F238E27FC236}">
                          <a16:creationId xmlns:a16="http://schemas.microsoft.com/office/drawing/2014/main" id="{7FEF1CE9-27DD-5C28-DE98-C11F3BB19AB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0" name="グループ化 129">
                    <a:extLst>
                      <a:ext uri="{FF2B5EF4-FFF2-40B4-BE49-F238E27FC236}">
                        <a16:creationId xmlns:a16="http://schemas.microsoft.com/office/drawing/2014/main" id="{3A7F9D2A-F37D-6975-92A2-85C4086494DD}"/>
                      </a:ext>
                    </a:extLst>
                  </p:cNvPr>
                  <p:cNvGrpSpPr/>
                  <p:nvPr/>
                </p:nvGrpSpPr>
                <p:grpSpPr>
                  <a:xfrm>
                    <a:off x="9228290" y="3214633"/>
                    <a:ext cx="468112" cy="212778"/>
                    <a:chOff x="-1104976" y="454146"/>
                    <a:chExt cx="1527910" cy="1237370"/>
                  </a:xfrm>
                  <a:grpFill/>
                </p:grpSpPr>
                <p:cxnSp>
                  <p:nvCxnSpPr>
                    <p:cNvPr id="133" name="直線コネクタ 132">
                      <a:extLst>
                        <a:ext uri="{FF2B5EF4-FFF2-40B4-BE49-F238E27FC236}">
                          <a16:creationId xmlns:a16="http://schemas.microsoft.com/office/drawing/2014/main" id="{D2657D8F-2EA4-EC70-52F4-20ED485ADFE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直線コネクタ 133">
                      <a:extLst>
                        <a:ext uri="{FF2B5EF4-FFF2-40B4-BE49-F238E27FC236}">
                          <a16:creationId xmlns:a16="http://schemas.microsoft.com/office/drawing/2014/main" id="{73B74043-91AB-A7B7-A8D6-9592FC4549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5" y="454146"/>
                      <a:ext cx="1237369" cy="123737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1" name="二等辺三角形 130">
                    <a:extLst>
                      <a:ext uri="{FF2B5EF4-FFF2-40B4-BE49-F238E27FC236}">
                        <a16:creationId xmlns:a16="http://schemas.microsoft.com/office/drawing/2014/main" id="{C9D151A6-2F17-3B76-4071-A8C78B96D583}"/>
                      </a:ext>
                    </a:extLst>
                  </p:cNvPr>
                  <p:cNvSpPr/>
                  <p:nvPr/>
                </p:nvSpPr>
                <p:spPr>
                  <a:xfrm rot="7744247">
                    <a:off x="7119077" y="3270395"/>
                    <a:ext cx="66285" cy="65936"/>
                  </a:xfrm>
                  <a:prstGeom prst="triangle">
                    <a:avLst/>
                  </a:prstGeom>
                  <a:grpFill/>
                  <a:ln>
                    <a:solidFill>
                      <a:srgbClr val="FFFF00"/>
                    </a:solidFill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800" dirty="0"/>
                  </a:p>
                </p:txBody>
              </p:sp>
              <p:sp>
                <p:nvSpPr>
                  <p:cNvPr id="132" name="二等辺三角形 131">
                    <a:extLst>
                      <a:ext uri="{FF2B5EF4-FFF2-40B4-BE49-F238E27FC236}">
                        <a16:creationId xmlns:a16="http://schemas.microsoft.com/office/drawing/2014/main" id="{F50F52A6-9B4C-7374-5F09-1EB8073C9392}"/>
                      </a:ext>
                    </a:extLst>
                  </p:cNvPr>
                  <p:cNvSpPr/>
                  <p:nvPr/>
                </p:nvSpPr>
                <p:spPr>
                  <a:xfrm rot="2972123">
                    <a:off x="9551772" y="3246365"/>
                    <a:ext cx="66285" cy="65936"/>
                  </a:xfrm>
                  <a:prstGeom prst="triangle">
                    <a:avLst/>
                  </a:prstGeom>
                  <a:grpFill/>
                  <a:ln>
                    <a:solidFill>
                      <a:srgbClr val="FFFF00"/>
                    </a:solidFill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800"/>
                  </a:p>
                </p:txBody>
              </p:sp>
            </p:grpSp>
            <p:sp>
              <p:nvSpPr>
                <p:cNvPr id="117" name="テキスト ボックス 116">
                  <a:extLst>
                    <a:ext uri="{FF2B5EF4-FFF2-40B4-BE49-F238E27FC236}">
                      <a16:creationId xmlns:a16="http://schemas.microsoft.com/office/drawing/2014/main" id="{1725D3A6-6E48-F86D-FF1B-DB2029EA3BB7}"/>
                    </a:ext>
                  </a:extLst>
                </p:cNvPr>
                <p:cNvSpPr txBox="1"/>
                <p:nvPr/>
              </p:nvSpPr>
              <p:spPr>
                <a:xfrm>
                  <a:off x="0" y="1910742"/>
                  <a:ext cx="885524" cy="3725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sz="800" b="1" dirty="0">
                      <a:solidFill>
                        <a:srgbClr val="FFFF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入射光</a:t>
                  </a:r>
                </a:p>
              </p:txBody>
            </p:sp>
            <p:sp>
              <p:nvSpPr>
                <p:cNvPr id="118" name="テキスト ボックス 117">
                  <a:extLst>
                    <a:ext uri="{FF2B5EF4-FFF2-40B4-BE49-F238E27FC236}">
                      <a16:creationId xmlns:a16="http://schemas.microsoft.com/office/drawing/2014/main" id="{301CB4A0-8B5C-B67B-9237-FCF4391954A6}"/>
                    </a:ext>
                  </a:extLst>
                </p:cNvPr>
                <p:cNvSpPr txBox="1"/>
                <p:nvPr/>
              </p:nvSpPr>
              <p:spPr>
                <a:xfrm>
                  <a:off x="2712459" y="1910742"/>
                  <a:ext cx="1430115" cy="3725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800" b="1" dirty="0">
                      <a:solidFill>
                        <a:srgbClr val="FFFF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CCD</a:t>
                  </a:r>
                  <a:r>
                    <a:rPr kumimoji="1" lang="ja-JP" altLang="en-US" sz="800" b="1" dirty="0">
                      <a:solidFill>
                        <a:srgbClr val="FFFF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検出器へ</a:t>
                  </a:r>
                </a:p>
              </p:txBody>
            </p:sp>
          </p:grp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4599FF62-E1B5-7530-3492-47B5DF0341D8}"/>
                  </a:ext>
                </a:extLst>
              </p:cNvPr>
              <p:cNvSpPr/>
              <p:nvPr/>
            </p:nvSpPr>
            <p:spPr>
              <a:xfrm>
                <a:off x="12946207" y="8048084"/>
                <a:ext cx="579295" cy="212778"/>
              </a:xfrm>
              <a:prstGeom prst="rect">
                <a:avLst/>
              </a:prstGeom>
              <a:noFill/>
              <a:ln w="38100">
                <a:solidFill>
                  <a:srgbClr val="D515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800"/>
              </a:p>
            </p:txBody>
          </p:sp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4149E7F0-2482-5092-0649-31BC028BEB45}"/>
                  </a:ext>
                </a:extLst>
              </p:cNvPr>
              <p:cNvSpPr txBox="1"/>
              <p:nvPr/>
            </p:nvSpPr>
            <p:spPr>
              <a:xfrm>
                <a:off x="12682939" y="10635093"/>
                <a:ext cx="1767916" cy="156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ja-JP" altLang="en-US" sz="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全反射を繰り返すプローブ光</a:t>
                </a:r>
              </a:p>
            </p:txBody>
          </p:sp>
          <p:sp>
            <p:nvSpPr>
              <p:cNvPr id="65" name="楕円 64">
                <a:extLst>
                  <a:ext uri="{FF2B5EF4-FFF2-40B4-BE49-F238E27FC236}">
                    <a16:creationId xmlns:a16="http://schemas.microsoft.com/office/drawing/2014/main" id="{B2D6ACC5-8E63-2904-CBE9-2A30649A9F09}"/>
                  </a:ext>
                </a:extLst>
              </p:cNvPr>
              <p:cNvSpPr/>
              <p:nvPr/>
            </p:nvSpPr>
            <p:spPr>
              <a:xfrm>
                <a:off x="14019386" y="9993402"/>
                <a:ext cx="200628" cy="307432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66" name="楕円 65">
                <a:extLst>
                  <a:ext uri="{FF2B5EF4-FFF2-40B4-BE49-F238E27FC236}">
                    <a16:creationId xmlns:a16="http://schemas.microsoft.com/office/drawing/2014/main" id="{3A1C01F1-ACFF-2D06-DF4E-AA092D819A65}"/>
                  </a:ext>
                </a:extLst>
              </p:cNvPr>
              <p:cNvSpPr/>
              <p:nvPr/>
            </p:nvSpPr>
            <p:spPr>
              <a:xfrm>
                <a:off x="13306697" y="9993402"/>
                <a:ext cx="695614" cy="307432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67" name="楕円 66">
                <a:extLst>
                  <a:ext uri="{FF2B5EF4-FFF2-40B4-BE49-F238E27FC236}">
                    <a16:creationId xmlns:a16="http://schemas.microsoft.com/office/drawing/2014/main" id="{E6D28165-59EE-6DFC-BEAD-705A4BCD2445}"/>
                  </a:ext>
                </a:extLst>
              </p:cNvPr>
              <p:cNvSpPr/>
              <p:nvPr/>
            </p:nvSpPr>
            <p:spPr>
              <a:xfrm>
                <a:off x="12739840" y="10054083"/>
                <a:ext cx="294242" cy="1623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68" name="楕円 67">
                <a:extLst>
                  <a:ext uri="{FF2B5EF4-FFF2-40B4-BE49-F238E27FC236}">
                    <a16:creationId xmlns:a16="http://schemas.microsoft.com/office/drawing/2014/main" id="{7DE5B042-9EC8-E283-4FE4-C1E1B4FDB87D}"/>
                  </a:ext>
                </a:extLst>
              </p:cNvPr>
              <p:cNvSpPr/>
              <p:nvPr/>
            </p:nvSpPr>
            <p:spPr>
              <a:xfrm>
                <a:off x="12027715" y="10054083"/>
                <a:ext cx="499784" cy="1623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EC3FD0DF-711F-240D-3FDC-2BABD9EDC0D6}"/>
                  </a:ext>
                </a:extLst>
              </p:cNvPr>
              <p:cNvSpPr/>
              <p:nvPr/>
            </p:nvSpPr>
            <p:spPr>
              <a:xfrm>
                <a:off x="11809577" y="10461984"/>
                <a:ext cx="2858503" cy="16576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grpSp>
            <p:nvGrpSpPr>
              <p:cNvPr id="70" name="グループ化 69">
                <a:extLst>
                  <a:ext uri="{FF2B5EF4-FFF2-40B4-BE49-F238E27FC236}">
                    <a16:creationId xmlns:a16="http://schemas.microsoft.com/office/drawing/2014/main" id="{FED8598E-A6DF-8A24-D127-04C84B88ADA6}"/>
                  </a:ext>
                </a:extLst>
              </p:cNvPr>
              <p:cNvGrpSpPr/>
              <p:nvPr/>
            </p:nvGrpSpPr>
            <p:grpSpPr>
              <a:xfrm>
                <a:off x="11836436" y="10476521"/>
                <a:ext cx="2831646" cy="116947"/>
                <a:chOff x="7990517" y="3377881"/>
                <a:chExt cx="972369" cy="49530"/>
              </a:xfrm>
              <a:solidFill>
                <a:srgbClr val="FFFF00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91" name="グループ化 90">
                  <a:extLst>
                    <a:ext uri="{FF2B5EF4-FFF2-40B4-BE49-F238E27FC236}">
                      <a16:creationId xmlns:a16="http://schemas.microsoft.com/office/drawing/2014/main" id="{DF2DE597-37B6-0CE0-ED49-DF8DE1025139}"/>
                    </a:ext>
                  </a:extLst>
                </p:cNvPr>
                <p:cNvGrpSpPr/>
                <p:nvPr/>
              </p:nvGrpSpPr>
              <p:grpSpPr>
                <a:xfrm>
                  <a:off x="7990517" y="3377881"/>
                  <a:ext cx="177250" cy="49530"/>
                  <a:chOff x="-1104976" y="1403484"/>
                  <a:chExt cx="578542" cy="288032"/>
                </a:xfrm>
                <a:grpFill/>
              </p:grpSpPr>
              <p:cxnSp>
                <p:nvCxnSpPr>
                  <p:cNvPr id="105" name="直線コネクタ 104">
                    <a:extLst>
                      <a:ext uri="{FF2B5EF4-FFF2-40B4-BE49-F238E27FC236}">
                        <a16:creationId xmlns:a16="http://schemas.microsoft.com/office/drawing/2014/main" id="{DEF8AE10-9684-301C-5A1B-BA07E632A2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1104976" y="1403484"/>
                    <a:ext cx="288032" cy="288032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コネクタ 105">
                    <a:extLst>
                      <a:ext uri="{FF2B5EF4-FFF2-40B4-BE49-F238E27FC236}">
                        <a16:creationId xmlns:a16="http://schemas.microsoft.com/office/drawing/2014/main" id="{6C8E8711-6BAF-A49B-A476-58AFF121B0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814434" y="1403516"/>
                    <a:ext cx="288000" cy="288000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2" name="グループ化 91">
                  <a:extLst>
                    <a:ext uri="{FF2B5EF4-FFF2-40B4-BE49-F238E27FC236}">
                      <a16:creationId xmlns:a16="http://schemas.microsoft.com/office/drawing/2014/main" id="{00171BAB-CD1A-FB4E-AC14-A899565280DA}"/>
                    </a:ext>
                  </a:extLst>
                </p:cNvPr>
                <p:cNvGrpSpPr/>
                <p:nvPr/>
              </p:nvGrpSpPr>
              <p:grpSpPr>
                <a:xfrm>
                  <a:off x="8167342" y="3377881"/>
                  <a:ext cx="177250" cy="49530"/>
                  <a:chOff x="-1104976" y="1403484"/>
                  <a:chExt cx="578542" cy="288032"/>
                </a:xfrm>
                <a:grpFill/>
              </p:grpSpPr>
              <p:cxnSp>
                <p:nvCxnSpPr>
                  <p:cNvPr id="103" name="直線コネクタ 102">
                    <a:extLst>
                      <a:ext uri="{FF2B5EF4-FFF2-40B4-BE49-F238E27FC236}">
                        <a16:creationId xmlns:a16="http://schemas.microsoft.com/office/drawing/2014/main" id="{E01AC477-9E74-5ABB-419E-4181C942BF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1104976" y="1403484"/>
                    <a:ext cx="288032" cy="288032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コネクタ 103">
                    <a:extLst>
                      <a:ext uri="{FF2B5EF4-FFF2-40B4-BE49-F238E27FC236}">
                        <a16:creationId xmlns:a16="http://schemas.microsoft.com/office/drawing/2014/main" id="{2D9661D6-17BC-5817-BA46-D95AD6754B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814434" y="1403516"/>
                    <a:ext cx="288000" cy="288000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3" name="グループ化 92">
                  <a:extLst>
                    <a:ext uri="{FF2B5EF4-FFF2-40B4-BE49-F238E27FC236}">
                      <a16:creationId xmlns:a16="http://schemas.microsoft.com/office/drawing/2014/main" id="{46B0B2F9-9736-341A-B100-EB866C3E25B5}"/>
                    </a:ext>
                  </a:extLst>
                </p:cNvPr>
                <p:cNvGrpSpPr/>
                <p:nvPr/>
              </p:nvGrpSpPr>
              <p:grpSpPr>
                <a:xfrm>
                  <a:off x="8344167" y="3377881"/>
                  <a:ext cx="177250" cy="49530"/>
                  <a:chOff x="-1104976" y="1403484"/>
                  <a:chExt cx="578542" cy="288032"/>
                </a:xfrm>
                <a:grpFill/>
              </p:grpSpPr>
              <p:cxnSp>
                <p:nvCxnSpPr>
                  <p:cNvPr id="101" name="直線コネクタ 100">
                    <a:extLst>
                      <a:ext uri="{FF2B5EF4-FFF2-40B4-BE49-F238E27FC236}">
                        <a16:creationId xmlns:a16="http://schemas.microsoft.com/office/drawing/2014/main" id="{23051175-4041-59BD-5B4A-B03D9B1AE3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1104976" y="1403484"/>
                    <a:ext cx="288032" cy="288032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線コネクタ 101">
                    <a:extLst>
                      <a:ext uri="{FF2B5EF4-FFF2-40B4-BE49-F238E27FC236}">
                        <a16:creationId xmlns:a16="http://schemas.microsoft.com/office/drawing/2014/main" id="{D5A6085A-595C-113B-6136-0C7CC3F25A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814434" y="1403516"/>
                    <a:ext cx="288000" cy="288000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4" name="グループ化 93">
                  <a:extLst>
                    <a:ext uri="{FF2B5EF4-FFF2-40B4-BE49-F238E27FC236}">
                      <a16:creationId xmlns:a16="http://schemas.microsoft.com/office/drawing/2014/main" id="{E2A61E00-6F3F-ECC7-6090-1D0E0ACED31E}"/>
                    </a:ext>
                  </a:extLst>
                </p:cNvPr>
                <p:cNvGrpSpPr/>
                <p:nvPr/>
              </p:nvGrpSpPr>
              <p:grpSpPr>
                <a:xfrm>
                  <a:off x="8520991" y="3377881"/>
                  <a:ext cx="177250" cy="49530"/>
                  <a:chOff x="-1104976" y="1403484"/>
                  <a:chExt cx="578542" cy="288032"/>
                </a:xfrm>
                <a:grpFill/>
              </p:grpSpPr>
              <p:cxnSp>
                <p:nvCxnSpPr>
                  <p:cNvPr id="99" name="直線コネクタ 98">
                    <a:extLst>
                      <a:ext uri="{FF2B5EF4-FFF2-40B4-BE49-F238E27FC236}">
                        <a16:creationId xmlns:a16="http://schemas.microsoft.com/office/drawing/2014/main" id="{E02BD3BA-6158-DE4A-A43F-0BA20D3840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1104976" y="1403484"/>
                    <a:ext cx="288032" cy="288032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線コネクタ 99">
                    <a:extLst>
                      <a:ext uri="{FF2B5EF4-FFF2-40B4-BE49-F238E27FC236}">
                        <a16:creationId xmlns:a16="http://schemas.microsoft.com/office/drawing/2014/main" id="{6E16958A-CF6B-2FEF-C45D-462510D1C4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814434" y="1403516"/>
                    <a:ext cx="288000" cy="288000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5" name="グループ化 94">
                  <a:extLst>
                    <a:ext uri="{FF2B5EF4-FFF2-40B4-BE49-F238E27FC236}">
                      <a16:creationId xmlns:a16="http://schemas.microsoft.com/office/drawing/2014/main" id="{B971F19E-0462-2F4E-8DE5-689B170D7983}"/>
                    </a:ext>
                  </a:extLst>
                </p:cNvPr>
                <p:cNvGrpSpPr/>
                <p:nvPr/>
              </p:nvGrpSpPr>
              <p:grpSpPr>
                <a:xfrm>
                  <a:off x="8697816" y="3377881"/>
                  <a:ext cx="177250" cy="49530"/>
                  <a:chOff x="-1104976" y="1403484"/>
                  <a:chExt cx="578542" cy="288032"/>
                </a:xfrm>
                <a:grpFill/>
              </p:grpSpPr>
              <p:cxnSp>
                <p:nvCxnSpPr>
                  <p:cNvPr id="97" name="直線コネクタ 96">
                    <a:extLst>
                      <a:ext uri="{FF2B5EF4-FFF2-40B4-BE49-F238E27FC236}">
                        <a16:creationId xmlns:a16="http://schemas.microsoft.com/office/drawing/2014/main" id="{0EB6A267-CFFD-0390-4BE9-0BDBF0A1D5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1104976" y="1403484"/>
                    <a:ext cx="288032" cy="288032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直線コネクタ 97">
                    <a:extLst>
                      <a:ext uri="{FF2B5EF4-FFF2-40B4-BE49-F238E27FC236}">
                        <a16:creationId xmlns:a16="http://schemas.microsoft.com/office/drawing/2014/main" id="{BEC4DCEC-50B2-6F20-70AB-21D1FACE4D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814434" y="1403516"/>
                    <a:ext cx="288000" cy="288000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6" name="直線コネクタ 95">
                  <a:extLst>
                    <a:ext uri="{FF2B5EF4-FFF2-40B4-BE49-F238E27FC236}">
                      <a16:creationId xmlns:a16="http://schemas.microsoft.com/office/drawing/2014/main" id="{C7A5F0F3-2F17-C7B1-D20F-BF9304344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74641" y="3377881"/>
                  <a:ext cx="88245" cy="49530"/>
                </a:xfrm>
                <a:prstGeom prst="line">
                  <a:avLst/>
                </a:prstGeom>
                <a:grpFill/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1" name="正方形/長方形 70">
                <a:extLst>
                  <a:ext uri="{FF2B5EF4-FFF2-40B4-BE49-F238E27FC236}">
                    <a16:creationId xmlns:a16="http://schemas.microsoft.com/office/drawing/2014/main" id="{8DFCB275-465B-8307-89C3-C03836F613B0}"/>
                  </a:ext>
                </a:extLst>
              </p:cNvPr>
              <p:cNvSpPr/>
              <p:nvPr/>
            </p:nvSpPr>
            <p:spPr>
              <a:xfrm>
                <a:off x="11809574" y="10301857"/>
                <a:ext cx="2858503" cy="150747"/>
              </a:xfrm>
              <a:prstGeom prst="rect">
                <a:avLst/>
              </a:prstGeom>
              <a:solidFill>
                <a:srgbClr val="F48153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5089B606-3E44-F7C3-749E-26DE8C3CBD7B}"/>
                  </a:ext>
                </a:extLst>
              </p:cNvPr>
              <p:cNvSpPr/>
              <p:nvPr/>
            </p:nvSpPr>
            <p:spPr>
              <a:xfrm>
                <a:off x="11809577" y="10143096"/>
                <a:ext cx="2858503" cy="150747"/>
              </a:xfrm>
              <a:prstGeom prst="rect">
                <a:avLst/>
              </a:prstGeom>
              <a:solidFill>
                <a:srgbClr val="1C6D90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grpSp>
            <p:nvGrpSpPr>
              <p:cNvPr id="73" name="グループ化 72">
                <a:extLst>
                  <a:ext uri="{FF2B5EF4-FFF2-40B4-BE49-F238E27FC236}">
                    <a16:creationId xmlns:a16="http://schemas.microsoft.com/office/drawing/2014/main" id="{1F2E56F5-4F64-0129-3369-F4C844004E22}"/>
                  </a:ext>
                </a:extLst>
              </p:cNvPr>
              <p:cNvGrpSpPr/>
              <p:nvPr/>
            </p:nvGrpSpPr>
            <p:grpSpPr>
              <a:xfrm>
                <a:off x="12749499" y="10095460"/>
                <a:ext cx="1252467" cy="345991"/>
                <a:chOff x="5184582" y="2608266"/>
                <a:chExt cx="355203" cy="167329"/>
              </a:xfrm>
            </p:grpSpPr>
            <p:sp>
              <p:nvSpPr>
                <p:cNvPr id="88" name="矢印: 右 87">
                  <a:extLst>
                    <a:ext uri="{FF2B5EF4-FFF2-40B4-BE49-F238E27FC236}">
                      <a16:creationId xmlns:a16="http://schemas.microsoft.com/office/drawing/2014/main" id="{E5D5F118-6283-0E01-7C2E-E1687562728D}"/>
                    </a:ext>
                  </a:extLst>
                </p:cNvPr>
                <p:cNvSpPr/>
                <p:nvPr/>
              </p:nvSpPr>
              <p:spPr>
                <a:xfrm rot="16200000">
                  <a:off x="5136176" y="2656672"/>
                  <a:ext cx="167329" cy="70518"/>
                </a:xfrm>
                <a:prstGeom prst="rightArrow">
                  <a:avLst/>
                </a:prstGeom>
                <a:solidFill>
                  <a:srgbClr val="FFFF00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89" name="矢印: 右 88">
                  <a:extLst>
                    <a:ext uri="{FF2B5EF4-FFF2-40B4-BE49-F238E27FC236}">
                      <a16:creationId xmlns:a16="http://schemas.microsoft.com/office/drawing/2014/main" id="{7919AE62-CECB-9293-7123-D69F5320DC30}"/>
                    </a:ext>
                  </a:extLst>
                </p:cNvPr>
                <p:cNvSpPr/>
                <p:nvPr/>
              </p:nvSpPr>
              <p:spPr>
                <a:xfrm rot="16200000">
                  <a:off x="5279240" y="2656672"/>
                  <a:ext cx="167329" cy="70518"/>
                </a:xfrm>
                <a:prstGeom prst="rightArrow">
                  <a:avLst/>
                </a:prstGeom>
                <a:solidFill>
                  <a:srgbClr val="FFFF00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90" name="矢印: 右 89">
                  <a:extLst>
                    <a:ext uri="{FF2B5EF4-FFF2-40B4-BE49-F238E27FC236}">
                      <a16:creationId xmlns:a16="http://schemas.microsoft.com/office/drawing/2014/main" id="{D538FADA-CBA3-8F90-8F6B-D2340D6C0B95}"/>
                    </a:ext>
                  </a:extLst>
                </p:cNvPr>
                <p:cNvSpPr/>
                <p:nvPr/>
              </p:nvSpPr>
              <p:spPr>
                <a:xfrm rot="16200000">
                  <a:off x="5420861" y="2656672"/>
                  <a:ext cx="167329" cy="70518"/>
                </a:xfrm>
                <a:prstGeom prst="rightArrow">
                  <a:avLst/>
                </a:prstGeom>
                <a:solidFill>
                  <a:srgbClr val="FFFF00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</p:grpSp>
          <p:sp>
            <p:nvSpPr>
              <p:cNvPr id="74" name="楕円 73">
                <a:extLst>
                  <a:ext uri="{FF2B5EF4-FFF2-40B4-BE49-F238E27FC236}">
                    <a16:creationId xmlns:a16="http://schemas.microsoft.com/office/drawing/2014/main" id="{971989B9-F056-E704-A437-348313BCA68A}"/>
                  </a:ext>
                </a:extLst>
              </p:cNvPr>
              <p:cNvSpPr/>
              <p:nvPr/>
            </p:nvSpPr>
            <p:spPr>
              <a:xfrm>
                <a:off x="14348346" y="9960876"/>
                <a:ext cx="83990" cy="1106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75" name="楕円 74">
                <a:extLst>
                  <a:ext uri="{FF2B5EF4-FFF2-40B4-BE49-F238E27FC236}">
                    <a16:creationId xmlns:a16="http://schemas.microsoft.com/office/drawing/2014/main" id="{868CAD28-2038-88A0-6922-D2B312243D9D}"/>
                  </a:ext>
                </a:extLst>
              </p:cNvPr>
              <p:cNvSpPr/>
              <p:nvPr/>
            </p:nvSpPr>
            <p:spPr>
              <a:xfrm>
                <a:off x="14416741" y="9743227"/>
                <a:ext cx="112388" cy="15517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76" name="楕円 75">
                <a:extLst>
                  <a:ext uri="{FF2B5EF4-FFF2-40B4-BE49-F238E27FC236}">
                    <a16:creationId xmlns:a16="http://schemas.microsoft.com/office/drawing/2014/main" id="{3899E659-608B-2DDC-A538-6C50FF9C223E}"/>
                  </a:ext>
                </a:extLst>
              </p:cNvPr>
              <p:cNvSpPr/>
              <p:nvPr/>
            </p:nvSpPr>
            <p:spPr>
              <a:xfrm>
                <a:off x="13983865" y="9386597"/>
                <a:ext cx="158644" cy="2139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77" name="楕円 76">
                <a:extLst>
                  <a:ext uri="{FF2B5EF4-FFF2-40B4-BE49-F238E27FC236}">
                    <a16:creationId xmlns:a16="http://schemas.microsoft.com/office/drawing/2014/main" id="{B044DAC4-465F-BEB7-203D-33992A9A897F}"/>
                  </a:ext>
                </a:extLst>
              </p:cNvPr>
              <p:cNvSpPr/>
              <p:nvPr/>
            </p:nvSpPr>
            <p:spPr>
              <a:xfrm>
                <a:off x="12587254" y="9883239"/>
                <a:ext cx="177566" cy="15058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78" name="楕円 77">
                <a:extLst>
                  <a:ext uri="{FF2B5EF4-FFF2-40B4-BE49-F238E27FC236}">
                    <a16:creationId xmlns:a16="http://schemas.microsoft.com/office/drawing/2014/main" id="{CEFB4855-4F2B-49D3-661F-12090EEAD048}"/>
                  </a:ext>
                </a:extLst>
              </p:cNvPr>
              <p:cNvSpPr/>
              <p:nvPr/>
            </p:nvSpPr>
            <p:spPr>
              <a:xfrm rot="20439187">
                <a:off x="12190298" y="9341266"/>
                <a:ext cx="158645" cy="2139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97C51A9B-D2E2-C450-66D1-CAB83D21A5F4}"/>
                  </a:ext>
                </a:extLst>
              </p:cNvPr>
              <p:cNvSpPr txBox="1"/>
              <p:nvPr/>
            </p:nvSpPr>
            <p:spPr>
              <a:xfrm>
                <a:off x="12058568" y="9199575"/>
                <a:ext cx="281680" cy="156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ja-JP" altLang="en-US" sz="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気泡</a:t>
                </a:r>
              </a:p>
            </p:txBody>
          </p:sp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69870DE3-C57E-BB3B-378D-F42E8EAD939F}"/>
                  </a:ext>
                </a:extLst>
              </p:cNvPr>
              <p:cNvSpPr txBox="1"/>
              <p:nvPr/>
            </p:nvSpPr>
            <p:spPr>
              <a:xfrm>
                <a:off x="12937286" y="9315869"/>
                <a:ext cx="695614" cy="156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ja-JP" altLang="en-US" sz="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ナフィオン</a:t>
                </a:r>
              </a:p>
            </p:txBody>
          </p:sp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68596694-9330-1903-698D-5124C1BA6E15}"/>
                  </a:ext>
                </a:extLst>
              </p:cNvPr>
              <p:cNvSpPr txBox="1"/>
              <p:nvPr/>
            </p:nvSpPr>
            <p:spPr>
              <a:xfrm>
                <a:off x="11863054" y="9786024"/>
                <a:ext cx="195514" cy="156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ja-JP" altLang="en-US" sz="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水</a:t>
                </a:r>
              </a:p>
            </p:txBody>
          </p:sp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0456AB66-BD8A-3A66-AAF1-01E300872688}"/>
                  </a:ext>
                </a:extLst>
              </p:cNvPr>
              <p:cNvSpPr txBox="1"/>
              <p:nvPr/>
            </p:nvSpPr>
            <p:spPr>
              <a:xfrm>
                <a:off x="11891253" y="10143096"/>
                <a:ext cx="791686" cy="156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ja-JP" altLang="en-US" sz="800" b="1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触媒（</a:t>
                </a:r>
                <a:r>
                  <a:rPr kumimoji="1" lang="en-US" altLang="ja-JP" sz="800" b="1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IrO</a:t>
                </a:r>
                <a:r>
                  <a:rPr kumimoji="1" lang="en-US" altLang="ja-JP" sz="800" b="1" baseline="-25000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kumimoji="1" lang="ja-JP" altLang="en-US" sz="800" b="1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）</a:t>
                </a:r>
              </a:p>
            </p:txBody>
          </p:sp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F434A1EA-1173-D547-C7D1-0015410387A4}"/>
                  </a:ext>
                </a:extLst>
              </p:cNvPr>
              <p:cNvSpPr txBox="1"/>
              <p:nvPr/>
            </p:nvSpPr>
            <p:spPr>
              <a:xfrm>
                <a:off x="11891253" y="10307747"/>
                <a:ext cx="691498" cy="156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en-US" altLang="ja-JP" sz="800" b="1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ITO</a:t>
                </a:r>
                <a:r>
                  <a:rPr kumimoji="1" lang="ja-JP" altLang="en-US" sz="800" b="1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基板</a:t>
                </a:r>
              </a:p>
            </p:txBody>
          </p:sp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90387E4F-1480-E022-912C-0B6585AEA301}"/>
                  </a:ext>
                </a:extLst>
              </p:cNvPr>
              <p:cNvSpPr txBox="1"/>
              <p:nvPr/>
            </p:nvSpPr>
            <p:spPr>
              <a:xfrm>
                <a:off x="11891253" y="10465549"/>
                <a:ext cx="691498" cy="156593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ja-JP" altLang="en-US" sz="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石英導波路</a:t>
                </a:r>
              </a:p>
            </p:txBody>
          </p:sp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2D8D3E38-A2E7-9FC8-E459-043DBA8D1FEA}"/>
                  </a:ext>
                </a:extLst>
              </p:cNvPr>
              <p:cNvSpPr txBox="1"/>
              <p:nvPr/>
            </p:nvSpPr>
            <p:spPr>
              <a:xfrm>
                <a:off x="13951843" y="10298670"/>
                <a:ext cx="536339" cy="156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ja-JP" altLang="en-US" sz="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染み出し</a:t>
                </a:r>
              </a:p>
            </p:txBody>
          </p:sp>
          <p:cxnSp>
            <p:nvCxnSpPr>
              <p:cNvPr id="86" name="直線コネクタ 85">
                <a:extLst>
                  <a:ext uri="{FF2B5EF4-FFF2-40B4-BE49-F238E27FC236}">
                    <a16:creationId xmlns:a16="http://schemas.microsoft.com/office/drawing/2014/main" id="{16A5EDC3-5EBA-19E1-4240-11BC51D69AF9}"/>
                  </a:ext>
                </a:extLst>
              </p:cNvPr>
              <p:cNvCxnSpPr>
                <a:cxnSpLocks/>
                <a:endCxn id="158" idx="18"/>
              </p:cNvCxnSpPr>
              <p:nvPr/>
            </p:nvCxnSpPr>
            <p:spPr>
              <a:xfrm flipH="1">
                <a:off x="11811263" y="8281342"/>
                <a:ext cx="1134944" cy="901192"/>
              </a:xfrm>
              <a:prstGeom prst="line">
                <a:avLst/>
              </a:prstGeom>
              <a:ln w="19050">
                <a:solidFill>
                  <a:srgbClr val="D5150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線コネクタ 86">
                <a:extLst>
                  <a:ext uri="{FF2B5EF4-FFF2-40B4-BE49-F238E27FC236}">
                    <a16:creationId xmlns:a16="http://schemas.microsoft.com/office/drawing/2014/main" id="{5538117F-C83C-C271-8335-28B3D6E715F7}"/>
                  </a:ext>
                </a:extLst>
              </p:cNvPr>
              <p:cNvCxnSpPr>
                <a:cxnSpLocks/>
                <a:stCxn id="158" idx="46"/>
              </p:cNvCxnSpPr>
              <p:nvPr/>
            </p:nvCxnSpPr>
            <p:spPr>
              <a:xfrm flipH="1" flipV="1">
                <a:off x="13525502" y="8248382"/>
                <a:ext cx="1142575" cy="934152"/>
              </a:xfrm>
              <a:prstGeom prst="line">
                <a:avLst/>
              </a:prstGeom>
              <a:ln w="19050">
                <a:solidFill>
                  <a:srgbClr val="D5150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0" name="正方形/長方形 489">
              <a:extLst>
                <a:ext uri="{FF2B5EF4-FFF2-40B4-BE49-F238E27FC236}">
                  <a16:creationId xmlns:a16="http://schemas.microsoft.com/office/drawing/2014/main" id="{BF13D2F6-0067-8FA4-5F56-610CFA09535E}"/>
                </a:ext>
              </a:extLst>
            </p:cNvPr>
            <p:cNvSpPr/>
            <p:nvPr/>
          </p:nvSpPr>
          <p:spPr>
            <a:xfrm>
              <a:off x="8313357" y="2876806"/>
              <a:ext cx="2466193" cy="3219893"/>
            </a:xfrm>
            <a:prstGeom prst="rect">
              <a:avLst/>
            </a:prstGeom>
            <a:noFill/>
            <a:ln w="76200">
              <a:solidFill>
                <a:srgbClr val="F79E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F79E02"/>
                </a:solidFill>
              </a:endParaRPr>
            </a:p>
          </p:txBody>
        </p:sp>
        <p:sp>
          <p:nvSpPr>
            <p:cNvPr id="496" name="テキスト ボックス 495">
              <a:extLst>
                <a:ext uri="{FF2B5EF4-FFF2-40B4-BE49-F238E27FC236}">
                  <a16:creationId xmlns:a16="http://schemas.microsoft.com/office/drawing/2014/main" id="{1CE7453A-5581-CA6C-F147-32153F3474D2}"/>
                </a:ext>
              </a:extLst>
            </p:cNvPr>
            <p:cNvSpPr txBox="1"/>
            <p:nvPr/>
          </p:nvSpPr>
          <p:spPr>
            <a:xfrm>
              <a:off x="8288610" y="2371368"/>
              <a:ext cx="282745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ja-JP" altLang="en-US" sz="3200" b="1" dirty="0">
                  <a:solidFill>
                    <a:srgbClr val="F79E0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分光</a:t>
              </a:r>
            </a:p>
          </p:txBody>
        </p:sp>
        <p:sp>
          <p:nvSpPr>
            <p:cNvPr id="508" name="テキスト ボックス 507">
              <a:extLst>
                <a:ext uri="{FF2B5EF4-FFF2-40B4-BE49-F238E27FC236}">
                  <a16:creationId xmlns:a16="http://schemas.microsoft.com/office/drawing/2014/main" id="{67BD557F-8BDC-12C1-6AB9-3A569FA13074}"/>
                </a:ext>
              </a:extLst>
            </p:cNvPr>
            <p:cNvSpPr txBox="1"/>
            <p:nvPr/>
          </p:nvSpPr>
          <p:spPr>
            <a:xfrm>
              <a:off x="9183146" y="2521840"/>
              <a:ext cx="282745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ja-JP" b="1" dirty="0">
                  <a:solidFill>
                    <a:srgbClr val="F79E0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(In-situ</a:t>
              </a:r>
              <a:r>
                <a:rPr kumimoji="1" lang="ja-JP" altLang="en-US" b="1" dirty="0">
                  <a:solidFill>
                    <a:srgbClr val="F79E0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・不均一環境</a:t>
              </a:r>
              <a:r>
                <a:rPr kumimoji="1" lang="en-US" altLang="ja-JP" b="1" dirty="0">
                  <a:solidFill>
                    <a:srgbClr val="F79E0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grpSp>
        <p:nvGrpSpPr>
          <p:cNvPr id="519" name="グループ化 518">
            <a:extLst>
              <a:ext uri="{FF2B5EF4-FFF2-40B4-BE49-F238E27FC236}">
                <a16:creationId xmlns:a16="http://schemas.microsoft.com/office/drawing/2014/main" id="{6A78FC7A-1112-EC00-2FB7-047111C4ABBB}"/>
              </a:ext>
            </a:extLst>
          </p:cNvPr>
          <p:cNvGrpSpPr/>
          <p:nvPr/>
        </p:nvGrpSpPr>
        <p:grpSpPr>
          <a:xfrm>
            <a:off x="208312" y="2153483"/>
            <a:ext cx="1497598" cy="1807295"/>
            <a:chOff x="208312" y="2153483"/>
            <a:chExt cx="1497598" cy="1807295"/>
          </a:xfrm>
        </p:grpSpPr>
        <p:pic>
          <p:nvPicPr>
            <p:cNvPr id="499" name="図 498">
              <a:extLst>
                <a:ext uri="{FF2B5EF4-FFF2-40B4-BE49-F238E27FC236}">
                  <a16:creationId xmlns:a16="http://schemas.microsoft.com/office/drawing/2014/main" id="{308B8F64-36E8-75E0-885A-31D9C3FCB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614" y="2153483"/>
              <a:ext cx="960995" cy="1267200"/>
            </a:xfrm>
            <a:prstGeom prst="rect">
              <a:avLst/>
            </a:prstGeom>
          </p:spPr>
        </p:pic>
        <p:sp>
          <p:nvSpPr>
            <p:cNvPr id="509" name="テキスト ボックス 508">
              <a:extLst>
                <a:ext uri="{FF2B5EF4-FFF2-40B4-BE49-F238E27FC236}">
                  <a16:creationId xmlns:a16="http://schemas.microsoft.com/office/drawing/2014/main" id="{64FB0C43-C9C6-ADF6-AC6C-C1D3F4DF6857}"/>
                </a:ext>
              </a:extLst>
            </p:cNvPr>
            <p:cNvSpPr txBox="1"/>
            <p:nvPr/>
          </p:nvSpPr>
          <p:spPr>
            <a:xfrm>
              <a:off x="208312" y="3468335"/>
              <a:ext cx="1497598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Sahaya Vijay Jeyaraj</a:t>
              </a:r>
              <a:endParaRPr kumimoji="1" lang="ja-JP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20" name="グループ化 519">
            <a:extLst>
              <a:ext uri="{FF2B5EF4-FFF2-40B4-BE49-F238E27FC236}">
                <a16:creationId xmlns:a16="http://schemas.microsoft.com/office/drawing/2014/main" id="{5F9F7A86-A52F-DFB6-9186-CD08DC4A5DD2}"/>
              </a:ext>
            </a:extLst>
          </p:cNvPr>
          <p:cNvGrpSpPr/>
          <p:nvPr/>
        </p:nvGrpSpPr>
        <p:grpSpPr>
          <a:xfrm>
            <a:off x="208312" y="4336852"/>
            <a:ext cx="1497598" cy="1646404"/>
            <a:chOff x="208312" y="4336852"/>
            <a:chExt cx="1497598" cy="1646404"/>
          </a:xfrm>
        </p:grpSpPr>
        <p:pic>
          <p:nvPicPr>
            <p:cNvPr id="505" name="図 504">
              <a:extLst>
                <a:ext uri="{FF2B5EF4-FFF2-40B4-BE49-F238E27FC236}">
                  <a16:creationId xmlns:a16="http://schemas.microsoft.com/office/drawing/2014/main" id="{F10F33DF-C992-C524-23E8-F1102254E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149" y="4336852"/>
              <a:ext cx="923925" cy="1266825"/>
            </a:xfrm>
            <a:prstGeom prst="rect">
              <a:avLst/>
            </a:prstGeom>
          </p:spPr>
        </p:pic>
        <p:sp>
          <p:nvSpPr>
            <p:cNvPr id="510" name="テキスト ボックス 509">
              <a:extLst>
                <a:ext uri="{FF2B5EF4-FFF2-40B4-BE49-F238E27FC236}">
                  <a16:creationId xmlns:a16="http://schemas.microsoft.com/office/drawing/2014/main" id="{3384ED21-0664-8F47-5C5A-75687A8910A4}"/>
                </a:ext>
              </a:extLst>
            </p:cNvPr>
            <p:cNvSpPr txBox="1"/>
            <p:nvPr/>
          </p:nvSpPr>
          <p:spPr>
            <a:xfrm>
              <a:off x="208312" y="5737035"/>
              <a:ext cx="14975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ja-JP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八束孝一</a:t>
              </a:r>
            </a:p>
          </p:txBody>
        </p:sp>
      </p:grpSp>
      <p:grpSp>
        <p:nvGrpSpPr>
          <p:cNvPr id="521" name="グループ化 520">
            <a:extLst>
              <a:ext uri="{FF2B5EF4-FFF2-40B4-BE49-F238E27FC236}">
                <a16:creationId xmlns:a16="http://schemas.microsoft.com/office/drawing/2014/main" id="{07672FC4-A059-6808-3252-A27F9B2490F7}"/>
              </a:ext>
            </a:extLst>
          </p:cNvPr>
          <p:cNvGrpSpPr/>
          <p:nvPr/>
        </p:nvGrpSpPr>
        <p:grpSpPr>
          <a:xfrm>
            <a:off x="10730415" y="2942873"/>
            <a:ext cx="1497598" cy="1673386"/>
            <a:chOff x="10730415" y="2942873"/>
            <a:chExt cx="1497598" cy="1673386"/>
          </a:xfrm>
        </p:grpSpPr>
        <p:pic>
          <p:nvPicPr>
            <p:cNvPr id="503" name="図 502">
              <a:extLst>
                <a:ext uri="{FF2B5EF4-FFF2-40B4-BE49-F238E27FC236}">
                  <a16:creationId xmlns:a16="http://schemas.microsoft.com/office/drawing/2014/main" id="{45758EC5-D87B-BDC5-BCC6-1BD885CF3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792" y="2942873"/>
              <a:ext cx="1138844" cy="1330036"/>
            </a:xfrm>
            <a:prstGeom prst="rect">
              <a:avLst/>
            </a:prstGeom>
          </p:spPr>
        </p:pic>
        <p:sp>
          <p:nvSpPr>
            <p:cNvPr id="511" name="テキスト ボックス 510">
              <a:extLst>
                <a:ext uri="{FF2B5EF4-FFF2-40B4-BE49-F238E27FC236}">
                  <a16:creationId xmlns:a16="http://schemas.microsoft.com/office/drawing/2014/main" id="{CD09FBCB-473A-0CFE-54CB-16741C0FEAFB}"/>
                </a:ext>
              </a:extLst>
            </p:cNvPr>
            <p:cNvSpPr txBox="1"/>
            <p:nvPr/>
          </p:nvSpPr>
          <p:spPr>
            <a:xfrm>
              <a:off x="10730415" y="4370038"/>
              <a:ext cx="14975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ja-JP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高橋浩三</a:t>
              </a:r>
            </a:p>
          </p:txBody>
        </p:sp>
      </p:grpSp>
      <p:grpSp>
        <p:nvGrpSpPr>
          <p:cNvPr id="518" name="グループ化 517">
            <a:extLst>
              <a:ext uri="{FF2B5EF4-FFF2-40B4-BE49-F238E27FC236}">
                <a16:creationId xmlns:a16="http://schemas.microsoft.com/office/drawing/2014/main" id="{CBFFD27D-FE68-73C4-9DE7-D2E9BBA06710}"/>
              </a:ext>
            </a:extLst>
          </p:cNvPr>
          <p:cNvGrpSpPr/>
          <p:nvPr/>
        </p:nvGrpSpPr>
        <p:grpSpPr>
          <a:xfrm>
            <a:off x="5469751" y="1675007"/>
            <a:ext cx="1497598" cy="3920635"/>
            <a:chOff x="5469751" y="1675007"/>
            <a:chExt cx="1497598" cy="3920635"/>
          </a:xfrm>
        </p:grpSpPr>
        <p:pic>
          <p:nvPicPr>
            <p:cNvPr id="501" name="図 500">
              <a:extLst>
                <a:ext uri="{FF2B5EF4-FFF2-40B4-BE49-F238E27FC236}">
                  <a16:creationId xmlns:a16="http://schemas.microsoft.com/office/drawing/2014/main" id="{273E1ABA-D420-2BB2-B434-ADF3699C3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401686" y="1882271"/>
              <a:ext cx="1633728" cy="1219200"/>
            </a:xfrm>
            <a:prstGeom prst="rect">
              <a:avLst/>
            </a:prstGeom>
          </p:spPr>
        </p:pic>
        <p:sp>
          <p:nvSpPr>
            <p:cNvPr id="512" name="テキスト ボックス 511">
              <a:extLst>
                <a:ext uri="{FF2B5EF4-FFF2-40B4-BE49-F238E27FC236}">
                  <a16:creationId xmlns:a16="http://schemas.microsoft.com/office/drawing/2014/main" id="{19CBFBFF-1529-D166-6309-38D567296833}"/>
                </a:ext>
              </a:extLst>
            </p:cNvPr>
            <p:cNvSpPr txBox="1"/>
            <p:nvPr/>
          </p:nvSpPr>
          <p:spPr>
            <a:xfrm>
              <a:off x="5469751" y="3353164"/>
              <a:ext cx="14975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ja-JP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大岡英史</a:t>
              </a:r>
            </a:p>
          </p:txBody>
        </p:sp>
        <p:sp>
          <p:nvSpPr>
            <p:cNvPr id="513" name="テキスト ボックス 512">
              <a:extLst>
                <a:ext uri="{FF2B5EF4-FFF2-40B4-BE49-F238E27FC236}">
                  <a16:creationId xmlns:a16="http://schemas.microsoft.com/office/drawing/2014/main" id="{807F011D-7423-693C-F21D-C64F582E7CB5}"/>
                </a:ext>
              </a:extLst>
            </p:cNvPr>
            <p:cNvSpPr txBox="1"/>
            <p:nvPr/>
          </p:nvSpPr>
          <p:spPr>
            <a:xfrm>
              <a:off x="5469751" y="5103199"/>
              <a:ext cx="1497598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ja-JP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アシスタント：</a:t>
              </a:r>
              <a:endParaRPr kumimoji="1" lang="en-US" altLang="ja-JP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kumimoji="1" lang="ja-JP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西本千郁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155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kumimoji="1" sz="2400" b="1" dirty="0" smtClean="0">
            <a:solidFill>
              <a:schemeClr val="tx1">
                <a:lumMod val="85000"/>
                <a:lumOff val="15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58154</TotalTime>
  <Words>102</Words>
  <Application>Microsoft Office PowerPoint</Application>
  <PresentationFormat>ワイド画面</PresentationFormat>
  <Paragraphs>38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Arial</vt:lpstr>
      <vt:lpstr>Calibri</vt:lpstr>
      <vt:lpstr>Calibri Light</vt:lpstr>
      <vt:lpstr>Office 2013 - 2022 テーマ</vt:lpstr>
      <vt:lpstr>数理触媒研究チーム：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Hideshi Ooka</dc:creator>
  <cp:lastModifiedBy>OOKA Hideshi</cp:lastModifiedBy>
  <cp:revision>6257</cp:revision>
  <cp:lastPrinted>2024-09-27T09:27:51Z</cp:lastPrinted>
  <dcterms:created xsi:type="dcterms:W3CDTF">2014-04-21T08:46:21Z</dcterms:created>
  <dcterms:modified xsi:type="dcterms:W3CDTF">2026-04-21T07:24:36Z</dcterms:modified>
</cp:coreProperties>
</file>