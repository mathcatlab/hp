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7"/>
  </p:notesMasterIdLst>
  <p:handoutMasterIdLst>
    <p:handoutMasterId r:id="rId8"/>
  </p:handoutMasterIdLst>
  <p:sldIdLst>
    <p:sldId id="2147474490" r:id="rId2"/>
    <p:sldId id="2147474479" r:id="rId3"/>
    <p:sldId id="2147474492" r:id="rId4"/>
    <p:sldId id="2147474493" r:id="rId5"/>
    <p:sldId id="2147474491" r:id="rId6"/>
  </p:sldIdLst>
  <p:sldSz cx="12192000" cy="6858000"/>
  <p:notesSz cx="9866313" cy="673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7CF9D5E6-F429-4B07-9140-A443FEC770FA}">
          <p14:sldIdLst>
            <p14:sldId id="2147474490"/>
            <p14:sldId id="2147474479"/>
            <p14:sldId id="2147474492"/>
            <p14:sldId id="2147474493"/>
            <p14:sldId id="2147474491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3974" userDrawn="1">
          <p15:clr>
            <a:srgbClr val="A4A3A4"/>
          </p15:clr>
        </p15:guide>
        <p15:guide id="4" pos="38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10" userDrawn="1">
          <p15:clr>
            <a:srgbClr val="A4A3A4"/>
          </p15:clr>
        </p15:guide>
        <p15:guide id="4" pos="31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deshi_Ooka" initials="H" lastIdx="2" clrIdx="0">
    <p:extLst>
      <p:ext uri="{19B8F6BF-5375-455C-9EA6-DF929625EA0E}">
        <p15:presenceInfo xmlns:p15="http://schemas.microsoft.com/office/powerpoint/2012/main" userId="Hideshi_Oo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1506"/>
    <a:srgbClr val="FFBF4D"/>
    <a:srgbClr val="F3B707"/>
    <a:srgbClr val="0094A5"/>
    <a:srgbClr val="005B82"/>
    <a:srgbClr val="FF81FF"/>
    <a:srgbClr val="E6624D"/>
    <a:srgbClr val="6C25D8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85073" autoAdjust="0"/>
  </p:normalViewPr>
  <p:slideViewPr>
    <p:cSldViewPr showGuides="1">
      <p:cViewPr>
        <p:scale>
          <a:sx n="66" d="100"/>
          <a:sy n="66" d="100"/>
        </p:scale>
        <p:origin x="2628" y="690"/>
      </p:cViewPr>
      <p:guideLst>
        <p:guide orient="horz" pos="3974"/>
        <p:guide pos="3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64" d="100"/>
          <a:sy n="164" d="100"/>
        </p:scale>
        <p:origin x="2536" y="92"/>
      </p:cViewPr>
      <p:guideLst>
        <p:guide orient="horz" pos="2122"/>
        <p:guide pos="3110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88633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FD2B4BCF-55E2-4653-B607-A4A4F08D7C21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6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88633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19D3B358-836B-48EB-BACF-51432048DF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720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121" userDrawn="1">
          <p15:clr>
            <a:srgbClr val="F26B43"/>
          </p15:clr>
        </p15:guide>
        <p15:guide id="2" pos="3107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33" y="0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FDE72336-AA09-41ED-BEA9-7779C42A9B8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687638" y="504825"/>
            <a:ext cx="4491037" cy="25257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199488"/>
            <a:ext cx="7893050" cy="3031094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6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33" y="6397806"/>
            <a:ext cx="4275401" cy="33678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D6E817BB-6054-49CF-855F-D88016E1F2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1478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EEC8-D310-EFE0-4C9F-A55CBAF2F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F9757E8-2D42-9F92-8D1F-27D83B8EA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DD8A4D2-3F74-1E8D-C6D4-C5A2A800B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CE0FE5-7624-A8D3-865E-62463E5E4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817BB-6054-49CF-855F-D88016E1F26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30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817BB-6054-49CF-855F-D88016E1F26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66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215681" y="260648"/>
            <a:ext cx="5760640" cy="548679"/>
          </a:xfrm>
        </p:spPr>
        <p:txBody>
          <a:bodyPr lIns="0" tIns="0" rIns="0" bIns="0">
            <a:noAutofit/>
          </a:bodyPr>
          <a:lstStyle>
            <a:lvl1pPr algn="ctr"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TITLE EXAMPLE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4295F0-F485-4B4E-B58A-F247BEEDA1D0}" type="datetime1">
              <a:rPr lang="ja-JP" altLang="en-US" smtClean="0"/>
              <a:pPr/>
              <a:t>2026/6/2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ja-JP" altLang="en-US"/>
          </a:p>
        </p:txBody>
      </p: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9F643941-FC45-FD89-42A9-B8F56353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565" y="6356352"/>
            <a:ext cx="822987" cy="365125"/>
          </a:xfrm>
        </p:spPr>
        <p:txBody>
          <a:bodyPr/>
          <a:lstStyle>
            <a:lvl1pPr>
              <a:defRPr sz="18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7EAB151-777E-4256-8867-8A5AB602626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5964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" y="242606"/>
            <a:ext cx="12191999" cy="548679"/>
          </a:xfrm>
        </p:spPr>
        <p:txBody>
          <a:bodyPr lIns="0" tIns="0" rIns="0" bIns="0">
            <a:noAutofit/>
          </a:bodyPr>
          <a:lstStyle>
            <a:lvl1pPr algn="ctr">
              <a:defRPr sz="3200" b="1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TITLE EXAMPLE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1184565" y="6356352"/>
            <a:ext cx="822987" cy="365125"/>
          </a:xfrm>
        </p:spPr>
        <p:txBody>
          <a:bodyPr/>
          <a:lstStyle>
            <a:lvl1pPr>
              <a:defRPr sz="18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7EAB151-777E-4256-8867-8A5AB602626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3" name="直线连接符 5">
            <a:extLst>
              <a:ext uri="{FF2B5EF4-FFF2-40B4-BE49-F238E27FC236}">
                <a16:creationId xmlns:a16="http://schemas.microsoft.com/office/drawing/2014/main" id="{AED24B3D-12FD-EB93-CC1A-D8E80F148F76}"/>
              </a:ext>
            </a:extLst>
          </p:cNvPr>
          <p:cNvCxnSpPr/>
          <p:nvPr userDrawn="1"/>
        </p:nvCxnSpPr>
        <p:spPr>
          <a:xfrm>
            <a:off x="369349" y="836712"/>
            <a:ext cx="11422007" cy="0"/>
          </a:xfrm>
          <a:prstGeom prst="line">
            <a:avLst/>
          </a:prstGeom>
          <a:ln w="57150">
            <a:solidFill>
              <a:srgbClr val="005B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26">
            <a:extLst>
              <a:ext uri="{FF2B5EF4-FFF2-40B4-BE49-F238E27FC236}">
                <a16:creationId xmlns:a16="http://schemas.microsoft.com/office/drawing/2014/main" id="{C628E5D0-3BB8-40F4-B344-17C24E0F5412}"/>
              </a:ext>
            </a:extLst>
          </p:cNvPr>
          <p:cNvSpPr/>
          <p:nvPr userDrawn="1"/>
        </p:nvSpPr>
        <p:spPr>
          <a:xfrm>
            <a:off x="-637268" y="4987161"/>
            <a:ext cx="425327" cy="318995"/>
          </a:xfrm>
          <a:prstGeom prst="rect">
            <a:avLst/>
          </a:prstGeom>
          <a:solidFill>
            <a:srgbClr val="D515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27">
            <a:extLst>
              <a:ext uri="{FF2B5EF4-FFF2-40B4-BE49-F238E27FC236}">
                <a16:creationId xmlns:a16="http://schemas.microsoft.com/office/drawing/2014/main" id="{64AFE641-DDE6-B398-16E4-F3A921E043E6}"/>
              </a:ext>
            </a:extLst>
          </p:cNvPr>
          <p:cNvSpPr/>
          <p:nvPr userDrawn="1"/>
        </p:nvSpPr>
        <p:spPr>
          <a:xfrm>
            <a:off x="-637268" y="5374195"/>
            <a:ext cx="425327" cy="318995"/>
          </a:xfrm>
          <a:prstGeom prst="rect">
            <a:avLst/>
          </a:prstGeom>
          <a:solidFill>
            <a:srgbClr val="009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29">
            <a:extLst>
              <a:ext uri="{FF2B5EF4-FFF2-40B4-BE49-F238E27FC236}">
                <a16:creationId xmlns:a16="http://schemas.microsoft.com/office/drawing/2014/main" id="{0A345607-C8E6-B2FB-0304-643336669D85}"/>
              </a:ext>
            </a:extLst>
          </p:cNvPr>
          <p:cNvSpPr/>
          <p:nvPr userDrawn="1"/>
        </p:nvSpPr>
        <p:spPr>
          <a:xfrm>
            <a:off x="-637268" y="5761229"/>
            <a:ext cx="425327" cy="318995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30">
            <a:extLst>
              <a:ext uri="{FF2B5EF4-FFF2-40B4-BE49-F238E27FC236}">
                <a16:creationId xmlns:a16="http://schemas.microsoft.com/office/drawing/2014/main" id="{B4872493-4A93-3225-285A-987DF56EB969}"/>
              </a:ext>
            </a:extLst>
          </p:cNvPr>
          <p:cNvSpPr/>
          <p:nvPr userDrawn="1"/>
        </p:nvSpPr>
        <p:spPr>
          <a:xfrm>
            <a:off x="-637268" y="6148263"/>
            <a:ext cx="425327" cy="318995"/>
          </a:xfrm>
          <a:prstGeom prst="rect">
            <a:avLst/>
          </a:prstGeom>
          <a:solidFill>
            <a:srgbClr val="F3B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31">
            <a:extLst>
              <a:ext uri="{FF2B5EF4-FFF2-40B4-BE49-F238E27FC236}">
                <a16:creationId xmlns:a16="http://schemas.microsoft.com/office/drawing/2014/main" id="{CBEF110E-15CD-ED89-5D18-9BBD4DAE5D24}"/>
              </a:ext>
            </a:extLst>
          </p:cNvPr>
          <p:cNvSpPr/>
          <p:nvPr userDrawn="1"/>
        </p:nvSpPr>
        <p:spPr>
          <a:xfrm>
            <a:off x="-637268" y="6535295"/>
            <a:ext cx="425327" cy="318995"/>
          </a:xfrm>
          <a:prstGeom prst="rect">
            <a:avLst/>
          </a:prstGeom>
          <a:solidFill>
            <a:srgbClr val="005B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1"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86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DE345-DDEA-4E47-B76C-5997699471F1}" type="datetime1">
              <a:rPr lang="ja-JP" altLang="en-US" smtClean="0"/>
              <a:t>2026/6/2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AB151-777E-4256-8867-8A5AB602626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707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図 89">
            <a:extLst>
              <a:ext uri="{FF2B5EF4-FFF2-40B4-BE49-F238E27FC236}">
                <a16:creationId xmlns:a16="http://schemas.microsoft.com/office/drawing/2014/main" id="{8537DFA8-AA03-1E3F-DDFD-373DEC2A6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36" y="4156866"/>
            <a:ext cx="2506334" cy="1703680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3B38399-8B51-78AA-6444-52B8663553CC}"/>
              </a:ext>
            </a:extLst>
          </p:cNvPr>
          <p:cNvSpPr/>
          <p:nvPr/>
        </p:nvSpPr>
        <p:spPr>
          <a:xfrm>
            <a:off x="4778761" y="4030725"/>
            <a:ext cx="2490888" cy="184689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" name="図 102">
            <a:extLst>
              <a:ext uri="{FF2B5EF4-FFF2-40B4-BE49-F238E27FC236}">
                <a16:creationId xmlns:a16="http://schemas.microsoft.com/office/drawing/2014/main" id="{57C4B1DC-5B82-B77C-74DB-95840A9F1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78" y="2100924"/>
            <a:ext cx="2777214" cy="1015398"/>
          </a:xfrm>
          <a:prstGeom prst="rect">
            <a:avLst/>
          </a:prstGeom>
        </p:spPr>
      </p:pic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97A0A303-BDDE-EEEC-23AE-16798E98F597}"/>
              </a:ext>
            </a:extLst>
          </p:cNvPr>
          <p:cNvSpPr/>
          <p:nvPr/>
        </p:nvSpPr>
        <p:spPr>
          <a:xfrm>
            <a:off x="556283" y="2077527"/>
            <a:ext cx="3660910" cy="40801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B7BB29C-B81B-E3FF-D67A-E40E286FB75F}"/>
              </a:ext>
            </a:extLst>
          </p:cNvPr>
          <p:cNvCxnSpPr>
            <a:cxnSpLocks/>
          </p:cNvCxnSpPr>
          <p:nvPr/>
        </p:nvCxnSpPr>
        <p:spPr>
          <a:xfrm>
            <a:off x="4223792" y="2077527"/>
            <a:ext cx="570806" cy="191799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F6A254C-D3A7-F6A8-CC60-F239FCC6A12A}"/>
              </a:ext>
            </a:extLst>
          </p:cNvPr>
          <p:cNvCxnSpPr>
            <a:cxnSpLocks/>
          </p:cNvCxnSpPr>
          <p:nvPr/>
        </p:nvCxnSpPr>
        <p:spPr>
          <a:xfrm flipV="1">
            <a:off x="4207955" y="5895746"/>
            <a:ext cx="570806" cy="26193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8D76FB4C-90C3-5377-C0A5-4178884C6387}"/>
              </a:ext>
            </a:extLst>
          </p:cNvPr>
          <p:cNvSpPr txBox="1"/>
          <p:nvPr/>
        </p:nvSpPr>
        <p:spPr>
          <a:xfrm>
            <a:off x="789265" y="1651223"/>
            <a:ext cx="316077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DFT + ML</a:t>
            </a:r>
            <a:endParaRPr kumimoji="1" lang="ja-JP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Picture 2" descr="Image result for materials project logo">
            <a:extLst>
              <a:ext uri="{FF2B5EF4-FFF2-40B4-BE49-F238E27FC236}">
                <a16:creationId xmlns:a16="http://schemas.microsoft.com/office/drawing/2014/main" id="{7DAAAD56-8FC0-5731-727A-77009C6BB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52" y="2244940"/>
            <a:ext cx="813559" cy="76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B6B69DD8-3591-3B6C-C540-4581B1349A91}"/>
              </a:ext>
            </a:extLst>
          </p:cNvPr>
          <p:cNvGrpSpPr/>
          <p:nvPr/>
        </p:nvGrpSpPr>
        <p:grpSpPr>
          <a:xfrm>
            <a:off x="651271" y="5580535"/>
            <a:ext cx="3461006" cy="438144"/>
            <a:chOff x="1269230" y="8085460"/>
            <a:chExt cx="5659018" cy="716400"/>
          </a:xfrm>
        </p:grpSpPr>
        <p:pic>
          <p:nvPicPr>
            <p:cNvPr id="93" name="図 92">
              <a:extLst>
                <a:ext uri="{FF2B5EF4-FFF2-40B4-BE49-F238E27FC236}">
                  <a16:creationId xmlns:a16="http://schemas.microsoft.com/office/drawing/2014/main" id="{F23CCA7B-7A8E-CE76-07F0-AD7305D1F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69230" y="8085460"/>
              <a:ext cx="4957493" cy="716400"/>
            </a:xfrm>
            <a:prstGeom prst="rect">
              <a:avLst/>
            </a:prstGeom>
          </p:spPr>
        </p:pic>
        <p:pic>
          <p:nvPicPr>
            <p:cNvPr id="94" name="図 93">
              <a:extLst>
                <a:ext uri="{FF2B5EF4-FFF2-40B4-BE49-F238E27FC236}">
                  <a16:creationId xmlns:a16="http://schemas.microsoft.com/office/drawing/2014/main" id="{F9553526-853E-BDDA-9110-F9ABFB4F6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0246"/>
            <a:stretch/>
          </p:blipFill>
          <p:spPr>
            <a:xfrm>
              <a:off x="6201595" y="8087385"/>
              <a:ext cx="726653" cy="714475"/>
            </a:xfrm>
            <a:prstGeom prst="rect">
              <a:avLst/>
            </a:prstGeom>
          </p:spPr>
        </p:pic>
      </p:grpSp>
      <p:pic>
        <p:nvPicPr>
          <p:cNvPr id="97" name="図 96">
            <a:extLst>
              <a:ext uri="{FF2B5EF4-FFF2-40B4-BE49-F238E27FC236}">
                <a16:creationId xmlns:a16="http://schemas.microsoft.com/office/drawing/2014/main" id="{B36AA768-0DB4-0F1F-4103-195FFD362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81" y="3330827"/>
            <a:ext cx="3579643" cy="1989352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F17CA03-618B-2058-244D-BA52F230DAA0}"/>
              </a:ext>
            </a:extLst>
          </p:cNvPr>
          <p:cNvSpPr txBox="1"/>
          <p:nvPr/>
        </p:nvSpPr>
        <p:spPr>
          <a:xfrm>
            <a:off x="4554095" y="3379972"/>
            <a:ext cx="316077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Thermodynamics</a:t>
            </a:r>
          </a:p>
          <a:p>
            <a:pPr algn="ctr"/>
            <a:r>
              <a:rPr kumimoji="1" lang="en-US" altLang="ja-JP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time scale information)</a:t>
            </a:r>
            <a:endParaRPr kumimoji="1" lang="ja-JP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422854-11CF-1ACB-A155-E0DF80564358}"/>
              </a:ext>
            </a:extLst>
          </p:cNvPr>
          <p:cNvSpPr txBox="1"/>
          <p:nvPr/>
        </p:nvSpPr>
        <p:spPr>
          <a:xfrm>
            <a:off x="7136937" y="1795281"/>
            <a:ext cx="21185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400"/>
              </a:lnSpc>
            </a:pPr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Reaction </a:t>
            </a:r>
          </a:p>
          <a:p>
            <a:pPr algn="l">
              <a:lnSpc>
                <a:spcPts val="2400"/>
              </a:lnSpc>
            </a:pPr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Rates [mol/s]</a:t>
            </a:r>
            <a:endParaRPr kumimoji="1"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2F0089A-380F-4D9F-F731-918D7A38C523}"/>
              </a:ext>
            </a:extLst>
          </p:cNvPr>
          <p:cNvSpPr txBox="1"/>
          <p:nvPr/>
        </p:nvSpPr>
        <p:spPr>
          <a:xfrm>
            <a:off x="7427677" y="5512519"/>
            <a:ext cx="3738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Driving</a:t>
            </a:r>
            <a:r>
              <a:rPr kumimoji="1"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kumimoji="1"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[V] </a:t>
            </a: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782EA566-2B69-F6CA-655E-E1AB388C1259}"/>
              </a:ext>
            </a:extLst>
          </p:cNvPr>
          <p:cNvGrpSpPr/>
          <p:nvPr/>
        </p:nvGrpSpPr>
        <p:grpSpPr>
          <a:xfrm>
            <a:off x="5869632" y="1507433"/>
            <a:ext cx="4949591" cy="4370187"/>
            <a:chOff x="5869632" y="864074"/>
            <a:chExt cx="4949591" cy="4370187"/>
          </a:xfrm>
        </p:grpSpPr>
        <p:sp>
          <p:nvSpPr>
            <p:cNvPr id="4" name="円弧 3">
              <a:extLst>
                <a:ext uri="{FF2B5EF4-FFF2-40B4-BE49-F238E27FC236}">
                  <a16:creationId xmlns:a16="http://schemas.microsoft.com/office/drawing/2014/main" id="{B8BE0557-FD95-ADF6-8F19-D301A7158673}"/>
                </a:ext>
              </a:extLst>
            </p:cNvPr>
            <p:cNvSpPr/>
            <p:nvPr/>
          </p:nvSpPr>
          <p:spPr>
            <a:xfrm>
              <a:off x="5869632" y="864074"/>
              <a:ext cx="3858720" cy="3958128"/>
            </a:xfrm>
            <a:prstGeom prst="arc">
              <a:avLst>
                <a:gd name="adj1" fmla="val 214147"/>
                <a:gd name="adj2" fmla="val 5314439"/>
              </a:avLst>
            </a:prstGeom>
            <a:ln w="76200">
              <a:solidFill>
                <a:srgbClr val="005B8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rgbClr val="FF56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242B7810-001F-0659-7957-84F04AFB3511}"/>
                </a:ext>
              </a:extLst>
            </p:cNvPr>
            <p:cNvCxnSpPr>
              <a:cxnSpLocks/>
            </p:cNvCxnSpPr>
            <p:nvPr/>
          </p:nvCxnSpPr>
          <p:spPr>
            <a:xfrm>
              <a:off x="7860389" y="4812466"/>
              <a:ext cx="2958834" cy="0"/>
            </a:xfrm>
            <a:prstGeom prst="straightConnector1">
              <a:avLst/>
            </a:prstGeom>
            <a:ln w="7620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FA6F3D74-8994-6F20-B4BF-65F8AF6B2D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389" y="1847112"/>
              <a:ext cx="0" cy="3001043"/>
            </a:xfrm>
            <a:prstGeom prst="straightConnector1">
              <a:avLst/>
            </a:prstGeom>
            <a:ln w="7620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9EF8D7DF-FAA4-EB7E-5505-10E551333B14}"/>
                </a:ext>
              </a:extLst>
            </p:cNvPr>
            <p:cNvSpPr/>
            <p:nvPr/>
          </p:nvSpPr>
          <p:spPr>
            <a:xfrm>
              <a:off x="7687275" y="4570151"/>
              <a:ext cx="402176" cy="402174"/>
            </a:xfrm>
            <a:prstGeom prst="ellipse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289CB4A3-4F29-285B-FF47-4E5855D1B4A1}"/>
                </a:ext>
              </a:extLst>
            </p:cNvPr>
            <p:cNvCxnSpPr>
              <a:cxnSpLocks/>
            </p:cNvCxnSpPr>
            <p:nvPr/>
          </p:nvCxnSpPr>
          <p:spPr>
            <a:xfrm>
              <a:off x="7299235" y="3387366"/>
              <a:ext cx="561154" cy="1154871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B7EA08EB-E43D-E4E6-C4F8-B20CF45771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9235" y="4972324"/>
              <a:ext cx="570806" cy="261937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D6724AC-D886-579C-7B5C-A3D78519E4BA}"/>
              </a:ext>
            </a:extLst>
          </p:cNvPr>
          <p:cNvGrpSpPr/>
          <p:nvPr/>
        </p:nvGrpSpPr>
        <p:grpSpPr>
          <a:xfrm>
            <a:off x="9275807" y="1912407"/>
            <a:ext cx="2293142" cy="1767030"/>
            <a:chOff x="6467363" y="1129757"/>
            <a:chExt cx="2293142" cy="1767030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9690E326-FF19-E904-BE75-03EBDEAD6F65}"/>
                </a:ext>
              </a:extLst>
            </p:cNvPr>
            <p:cNvGrpSpPr/>
            <p:nvPr/>
          </p:nvGrpSpPr>
          <p:grpSpPr>
            <a:xfrm>
              <a:off x="6769020" y="1881124"/>
              <a:ext cx="914784" cy="1015663"/>
              <a:chOff x="6950840" y="1197720"/>
              <a:chExt cx="651767" cy="723642"/>
            </a:xfrm>
          </p:grpSpPr>
          <p:sp>
            <p:nvSpPr>
              <p:cNvPr id="11" name="円/楕円 11">
                <a:extLst>
                  <a:ext uri="{FF2B5EF4-FFF2-40B4-BE49-F238E27FC236}">
                    <a16:creationId xmlns:a16="http://schemas.microsoft.com/office/drawing/2014/main" id="{9F168B63-75BC-073A-17CC-A1FAE3290233}"/>
                  </a:ext>
                </a:extLst>
              </p:cNvPr>
              <p:cNvSpPr/>
              <p:nvPr/>
            </p:nvSpPr>
            <p:spPr>
              <a:xfrm>
                <a:off x="6991274" y="1278125"/>
                <a:ext cx="570901" cy="562830"/>
              </a:xfrm>
              <a:prstGeom prst="ellipse">
                <a:avLst/>
              </a:prstGeom>
              <a:noFill/>
              <a:ln w="57150">
                <a:solidFill>
                  <a:srgbClr val="D5150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>
                  <a:solidFill>
                    <a:srgbClr val="376C8A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4C5EBE5-2331-F85E-3A08-4D4DDF9BE349}"/>
                  </a:ext>
                </a:extLst>
              </p:cNvPr>
              <p:cNvSpPr txBox="1"/>
              <p:nvPr/>
            </p:nvSpPr>
            <p:spPr>
              <a:xfrm>
                <a:off x="6950840" y="1197720"/>
                <a:ext cx="651767" cy="723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6000" b="1" dirty="0">
                    <a:solidFill>
                      <a:srgbClr val="D5150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endParaRPr kumimoji="1" lang="ja-JP" altLang="en-US" sz="1100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B7259D41-CB5E-68DB-90D5-5B9A3BF06FF0}"/>
                </a:ext>
              </a:extLst>
            </p:cNvPr>
            <p:cNvSpPr txBox="1"/>
            <p:nvPr/>
          </p:nvSpPr>
          <p:spPr>
            <a:xfrm>
              <a:off x="6467363" y="1129757"/>
              <a:ext cx="2293142" cy="82073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kumimoji="1" lang="en-US" altLang="ja-JP" sz="3200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 scale</a:t>
              </a:r>
            </a:p>
            <a:p>
              <a:pPr>
                <a:lnSpc>
                  <a:spcPts val="3200"/>
                </a:lnSpc>
              </a:pPr>
              <a:r>
                <a:rPr kumimoji="1" lang="en-US" altLang="ja-JP" sz="3200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information</a:t>
              </a:r>
              <a:endParaRPr kumimoji="1" lang="ja-JP" altLang="en-US" sz="2000" b="1" dirty="0">
                <a:solidFill>
                  <a:srgbClr val="D515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5" name="円弧 104">
            <a:extLst>
              <a:ext uri="{FF2B5EF4-FFF2-40B4-BE49-F238E27FC236}">
                <a16:creationId xmlns:a16="http://schemas.microsoft.com/office/drawing/2014/main" id="{6574319A-B460-37A1-8457-6CBD08C23158}"/>
              </a:ext>
            </a:extLst>
          </p:cNvPr>
          <p:cNvSpPr/>
          <p:nvPr/>
        </p:nvSpPr>
        <p:spPr>
          <a:xfrm>
            <a:off x="6240332" y="1042869"/>
            <a:ext cx="3075018" cy="4422692"/>
          </a:xfrm>
          <a:prstGeom prst="arc">
            <a:avLst>
              <a:gd name="adj1" fmla="val 21582547"/>
              <a:gd name="adj2" fmla="val 5314439"/>
            </a:avLst>
          </a:prstGeom>
          <a:ln w="76200">
            <a:solidFill>
              <a:srgbClr val="005B82">
                <a:alpha val="40000"/>
              </a:srgb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56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円弧 105">
            <a:extLst>
              <a:ext uri="{FF2B5EF4-FFF2-40B4-BE49-F238E27FC236}">
                <a16:creationId xmlns:a16="http://schemas.microsoft.com/office/drawing/2014/main" id="{2C0E91B8-3C78-872E-A35E-C3DC90AB44DA}"/>
              </a:ext>
            </a:extLst>
          </p:cNvPr>
          <p:cNvSpPr/>
          <p:nvPr/>
        </p:nvSpPr>
        <p:spPr>
          <a:xfrm>
            <a:off x="5916355" y="1507433"/>
            <a:ext cx="4313779" cy="3958128"/>
          </a:xfrm>
          <a:prstGeom prst="arc">
            <a:avLst>
              <a:gd name="adj1" fmla="val 798251"/>
              <a:gd name="adj2" fmla="val 5314439"/>
            </a:avLst>
          </a:prstGeom>
          <a:ln w="76200">
            <a:solidFill>
              <a:srgbClr val="005B82">
                <a:alpha val="40000"/>
              </a:srgb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56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円弧 106">
            <a:extLst>
              <a:ext uri="{FF2B5EF4-FFF2-40B4-BE49-F238E27FC236}">
                <a16:creationId xmlns:a16="http://schemas.microsoft.com/office/drawing/2014/main" id="{03E15E10-9BCA-538A-8DC0-07F77D6D666B}"/>
              </a:ext>
            </a:extLst>
          </p:cNvPr>
          <p:cNvSpPr/>
          <p:nvPr/>
        </p:nvSpPr>
        <p:spPr>
          <a:xfrm>
            <a:off x="6842231" y="418641"/>
            <a:ext cx="2094431" cy="5046920"/>
          </a:xfrm>
          <a:prstGeom prst="arc">
            <a:avLst>
              <a:gd name="adj1" fmla="val 21471972"/>
              <a:gd name="adj2" fmla="val 5314439"/>
            </a:avLst>
          </a:prstGeom>
          <a:ln w="76200">
            <a:solidFill>
              <a:srgbClr val="005B82">
                <a:alpha val="10000"/>
              </a:srgb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56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円弧 107">
            <a:extLst>
              <a:ext uri="{FF2B5EF4-FFF2-40B4-BE49-F238E27FC236}">
                <a16:creationId xmlns:a16="http://schemas.microsoft.com/office/drawing/2014/main" id="{4B0FCDD8-A466-E93B-9E51-56B3DA10FDA9}"/>
              </a:ext>
            </a:extLst>
          </p:cNvPr>
          <p:cNvSpPr/>
          <p:nvPr/>
        </p:nvSpPr>
        <p:spPr>
          <a:xfrm>
            <a:off x="5507084" y="2346751"/>
            <a:ext cx="5159366" cy="3118810"/>
          </a:xfrm>
          <a:prstGeom prst="arc">
            <a:avLst>
              <a:gd name="adj1" fmla="val 689672"/>
              <a:gd name="adj2" fmla="val 5314439"/>
            </a:avLst>
          </a:prstGeom>
          <a:ln w="76200">
            <a:solidFill>
              <a:srgbClr val="005B82">
                <a:alpha val="10000"/>
              </a:srgb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56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199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22DFB3-62EA-567C-7E27-1552FA1C871E}"/>
              </a:ext>
            </a:extLst>
          </p:cNvPr>
          <p:cNvSpPr txBox="1"/>
          <p:nvPr/>
        </p:nvSpPr>
        <p:spPr>
          <a:xfrm>
            <a:off x="4831377" y="345018"/>
            <a:ext cx="2582160" cy="2046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lnSpc>
                <a:spcPts val="1400"/>
              </a:lnSpc>
            </a:pPr>
            <a:r>
              <a:rPr kumimoji="1" lang="en-US" altLang="ja-JP" sz="2400" b="1" dirty="0">
                <a:solidFill>
                  <a:srgbClr val="07889B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Mathematics</a:t>
            </a:r>
            <a:endParaRPr kumimoji="1" lang="ja-JP" altLang="en-US" sz="2400" b="1" dirty="0">
              <a:solidFill>
                <a:srgbClr val="07889B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40EEFA-27CB-44E0-C749-0CB7BCD081B6}"/>
              </a:ext>
            </a:extLst>
          </p:cNvPr>
          <p:cNvSpPr txBox="1"/>
          <p:nvPr/>
        </p:nvSpPr>
        <p:spPr>
          <a:xfrm>
            <a:off x="2436024" y="5301208"/>
            <a:ext cx="1493044" cy="2046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lnSpc>
                <a:spcPts val="1400"/>
              </a:lnSpc>
            </a:pPr>
            <a:r>
              <a:rPr kumimoji="1" lang="en-US" altLang="ja-JP" sz="2400" b="1" dirty="0">
                <a:solidFill>
                  <a:srgbClr val="C00000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Chemistry</a:t>
            </a:r>
            <a:endParaRPr kumimoji="1" lang="ja-JP" altLang="en-US" sz="2400" b="1" dirty="0">
              <a:solidFill>
                <a:srgbClr val="C00000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1C63EE6-34EB-2152-4827-E2FB0A380571}"/>
              </a:ext>
            </a:extLst>
          </p:cNvPr>
          <p:cNvSpPr txBox="1"/>
          <p:nvPr/>
        </p:nvSpPr>
        <p:spPr>
          <a:xfrm>
            <a:off x="7657202" y="5301208"/>
            <a:ext cx="3231070" cy="2046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lnSpc>
                <a:spcPts val="1400"/>
              </a:lnSpc>
            </a:pPr>
            <a:r>
              <a:rPr kumimoji="1" lang="en-US" altLang="ja-JP" sz="2400" b="1" dirty="0">
                <a:solidFill>
                  <a:srgbClr val="F79E02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Data Science</a:t>
            </a:r>
            <a:endParaRPr kumimoji="1" lang="ja-JP" altLang="en-US" sz="2400" b="1" dirty="0">
              <a:solidFill>
                <a:srgbClr val="F79E02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1DD496E-D050-ED57-20C1-D5659D947FDD}"/>
              </a:ext>
            </a:extLst>
          </p:cNvPr>
          <p:cNvGrpSpPr/>
          <p:nvPr/>
        </p:nvGrpSpPr>
        <p:grpSpPr>
          <a:xfrm>
            <a:off x="3439239" y="518569"/>
            <a:ext cx="5313522" cy="5044080"/>
            <a:chOff x="3593654" y="1258906"/>
            <a:chExt cx="5313522" cy="5044080"/>
          </a:xfrm>
        </p:grpSpPr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82305B60-DF2F-E118-3D76-3955011AE5BA}"/>
                </a:ext>
              </a:extLst>
            </p:cNvPr>
            <p:cNvSpPr/>
            <p:nvPr/>
          </p:nvSpPr>
          <p:spPr>
            <a:xfrm>
              <a:off x="3593654" y="3357305"/>
              <a:ext cx="2891176" cy="2891174"/>
            </a:xfrm>
            <a:prstGeom prst="ellipse">
              <a:avLst/>
            </a:prstGeom>
            <a:solidFill>
              <a:srgbClr val="C00000">
                <a:alpha val="50196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00E62A24-2EAB-342D-B6C4-C025A564144E}"/>
                </a:ext>
              </a:extLst>
            </p:cNvPr>
            <p:cNvSpPr/>
            <p:nvPr/>
          </p:nvSpPr>
          <p:spPr>
            <a:xfrm>
              <a:off x="4804827" y="1258906"/>
              <a:ext cx="2891176" cy="2891178"/>
            </a:xfrm>
            <a:prstGeom prst="ellipse">
              <a:avLst/>
            </a:prstGeom>
            <a:solidFill>
              <a:srgbClr val="07889B">
                <a:alpha val="50196"/>
              </a:srgbClr>
            </a:solidFill>
            <a:ln>
              <a:solidFill>
                <a:srgbClr val="0788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endParaRPr kumimoji="1" lang="ja-JP" altLang="en-US" dirty="0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B1044E5F-7AC5-DE94-5AA1-6925B2D31ADD}"/>
                </a:ext>
              </a:extLst>
            </p:cNvPr>
            <p:cNvSpPr/>
            <p:nvPr/>
          </p:nvSpPr>
          <p:spPr>
            <a:xfrm>
              <a:off x="6016000" y="3411812"/>
              <a:ext cx="2891176" cy="2891174"/>
            </a:xfrm>
            <a:prstGeom prst="ellipse">
              <a:avLst/>
            </a:prstGeom>
            <a:solidFill>
              <a:srgbClr val="F79E02">
                <a:alpha val="50196"/>
              </a:srgbClr>
            </a:solidFill>
            <a:ln>
              <a:solidFill>
                <a:srgbClr val="F79E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400"/>
                </a:lnSpc>
              </a:pPr>
              <a:endParaRPr kumimoji="1" lang="ja-JP" altLang="en-US"/>
            </a:p>
          </p:txBody>
        </p:sp>
      </p:grpSp>
      <p:sp>
        <p:nvSpPr>
          <p:cNvPr id="11" name="楕円 10">
            <a:extLst>
              <a:ext uri="{FF2B5EF4-FFF2-40B4-BE49-F238E27FC236}">
                <a16:creationId xmlns:a16="http://schemas.microsoft.com/office/drawing/2014/main" id="{812F2315-0DB5-761F-2010-377D73D2F222}"/>
              </a:ext>
            </a:extLst>
          </p:cNvPr>
          <p:cNvSpPr/>
          <p:nvPr/>
        </p:nvSpPr>
        <p:spPr>
          <a:xfrm>
            <a:off x="5861585" y="3100052"/>
            <a:ext cx="504056" cy="50405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AB694A8-933D-45AE-296B-48A272DBE975}"/>
              </a:ext>
            </a:extLst>
          </p:cNvPr>
          <p:cNvGrpSpPr/>
          <p:nvPr/>
        </p:nvGrpSpPr>
        <p:grpSpPr>
          <a:xfrm>
            <a:off x="3489891" y="3500763"/>
            <a:ext cx="2415746" cy="1648709"/>
            <a:chOff x="3644306" y="4241100"/>
            <a:chExt cx="2415746" cy="1648709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AD4E619-B698-14F5-FDED-29FBCB9214F8}"/>
                </a:ext>
              </a:extLst>
            </p:cNvPr>
            <p:cNvSpPr txBox="1"/>
            <p:nvPr/>
          </p:nvSpPr>
          <p:spPr>
            <a:xfrm>
              <a:off x="3644306" y="5520477"/>
              <a:ext cx="1296144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ja-JP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Material</a:t>
              </a: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72B05BF-C76C-D776-A36C-9AB6A66F4536}"/>
                </a:ext>
              </a:extLst>
            </p:cNvPr>
            <p:cNvGrpSpPr/>
            <p:nvPr/>
          </p:nvGrpSpPr>
          <p:grpSpPr>
            <a:xfrm>
              <a:off x="4230133" y="4241100"/>
              <a:ext cx="1829919" cy="1246587"/>
              <a:chOff x="4230133" y="4241100"/>
              <a:chExt cx="1829919" cy="1246587"/>
            </a:xfrm>
          </p:grpSpPr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40A20F12-6710-B6A8-624D-DD893F77C5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35692" y="4241100"/>
                <a:ext cx="552625" cy="413899"/>
              </a:xfrm>
              <a:prstGeom prst="straightConnector1">
                <a:avLst/>
              </a:prstGeom>
              <a:ln w="57150"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8BF084CF-911C-52E9-08DC-F824993C6189}"/>
                  </a:ext>
                </a:extLst>
              </p:cNvPr>
              <p:cNvSpPr/>
              <p:nvPr/>
            </p:nvSpPr>
            <p:spPr>
              <a:xfrm>
                <a:off x="4230133" y="5251219"/>
                <a:ext cx="236468" cy="23646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A9890AF0-8382-3242-41AD-98B28C696C10}"/>
                  </a:ext>
                </a:extLst>
              </p:cNvPr>
              <p:cNvSpPr/>
              <p:nvPr/>
            </p:nvSpPr>
            <p:spPr>
              <a:xfrm>
                <a:off x="5171542" y="4640224"/>
                <a:ext cx="236468" cy="23646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1DC08580-810A-F813-D2FD-C50B11ADF7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42883" y="4857399"/>
                <a:ext cx="552625" cy="413899"/>
              </a:xfrm>
              <a:prstGeom prst="straightConnector1">
                <a:avLst/>
              </a:prstGeom>
              <a:ln w="57150"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AD7DE85A-6B89-5582-0AC1-2FC4BC50505C}"/>
                  </a:ext>
                </a:extLst>
              </p:cNvPr>
              <p:cNvSpPr txBox="1"/>
              <p:nvPr/>
            </p:nvSpPr>
            <p:spPr>
              <a:xfrm>
                <a:off x="5122010" y="4868291"/>
                <a:ext cx="938042" cy="2448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kumimoji="1" lang="en-US" altLang="ja-JP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Spectra</a:t>
                </a:r>
              </a:p>
            </p:txBody>
          </p:sp>
        </p:grp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2F471CE-5D95-AF7F-9B52-AE5FF20DBFA7}"/>
              </a:ext>
            </a:extLst>
          </p:cNvPr>
          <p:cNvGrpSpPr/>
          <p:nvPr/>
        </p:nvGrpSpPr>
        <p:grpSpPr>
          <a:xfrm>
            <a:off x="4489146" y="2400653"/>
            <a:ext cx="5153431" cy="2748819"/>
            <a:chOff x="4643561" y="3140990"/>
            <a:chExt cx="5153431" cy="2748819"/>
          </a:xfrm>
        </p:grpSpPr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828C1255-D01D-DFA7-4A81-67574DBD8886}"/>
                </a:ext>
              </a:extLst>
            </p:cNvPr>
            <p:cNvSpPr/>
            <p:nvPr/>
          </p:nvSpPr>
          <p:spPr>
            <a:xfrm>
              <a:off x="6114676" y="5253802"/>
              <a:ext cx="236468" cy="2364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FFF24526-5A3D-E343-AA77-9A3AE63DD2E6}"/>
                </a:ext>
              </a:extLst>
            </p:cNvPr>
            <p:cNvSpPr txBox="1"/>
            <p:nvPr/>
          </p:nvSpPr>
          <p:spPr>
            <a:xfrm>
              <a:off x="5672160" y="5500042"/>
              <a:ext cx="249494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ja-JP" sz="1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EChem</a:t>
              </a:r>
              <a:r>
                <a:rPr kumimoji="1" lang="en-US" altLang="ja-JP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Data</a:t>
              </a: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ED0A081E-A2FF-A947-D327-B8EB586B4748}"/>
                </a:ext>
              </a:extLst>
            </p:cNvPr>
            <p:cNvCxnSpPr>
              <a:cxnSpLocks/>
            </p:cNvCxnSpPr>
            <p:nvPr/>
          </p:nvCxnSpPr>
          <p:spPr>
            <a:xfrm>
              <a:off x="6454050" y="5383781"/>
              <a:ext cx="1393640" cy="0"/>
            </a:xfrm>
            <a:prstGeom prst="straightConnector1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D6CCBA04-D6F2-C2DA-BAC7-4FE0E987171E}"/>
                </a:ext>
              </a:extLst>
            </p:cNvPr>
            <p:cNvCxnSpPr>
              <a:cxnSpLocks/>
            </p:cNvCxnSpPr>
            <p:nvPr/>
          </p:nvCxnSpPr>
          <p:spPr>
            <a:xfrm>
              <a:off x="4643561" y="5383781"/>
              <a:ext cx="1393640" cy="0"/>
            </a:xfrm>
            <a:prstGeom prst="straightConnector1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B04B2603-D9B9-B2E7-C5B3-A7C42DD3E113}"/>
                </a:ext>
              </a:extLst>
            </p:cNvPr>
            <p:cNvCxnSpPr>
              <a:cxnSpLocks/>
            </p:cNvCxnSpPr>
            <p:nvPr/>
          </p:nvCxnSpPr>
          <p:spPr>
            <a:xfrm>
              <a:off x="6508916" y="3140990"/>
              <a:ext cx="1445880" cy="2016262"/>
            </a:xfrm>
            <a:prstGeom prst="straightConnector1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701676D0-9435-F06B-5B0E-31C9B857C66B}"/>
                </a:ext>
              </a:extLst>
            </p:cNvPr>
            <p:cNvSpPr/>
            <p:nvPr/>
          </p:nvSpPr>
          <p:spPr>
            <a:xfrm>
              <a:off x="7930637" y="5253802"/>
              <a:ext cx="236468" cy="2364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5D497208-1906-A031-789E-FBA86AB47E4E}"/>
                </a:ext>
              </a:extLst>
            </p:cNvPr>
            <p:cNvSpPr txBox="1"/>
            <p:nvPr/>
          </p:nvSpPr>
          <p:spPr>
            <a:xfrm>
              <a:off x="7948250" y="5520477"/>
              <a:ext cx="184874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ja-JP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Algorithm</a:t>
              </a:r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8BFCE253-3AD2-1E0E-D257-43A21E1806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47738" y="4253067"/>
              <a:ext cx="1309531" cy="998152"/>
            </a:xfrm>
            <a:prstGeom prst="straightConnector1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C12F63E-7CAF-003E-C7A9-CA791E90F6D9}"/>
              </a:ext>
            </a:extLst>
          </p:cNvPr>
          <p:cNvGrpSpPr/>
          <p:nvPr/>
        </p:nvGrpSpPr>
        <p:grpSpPr>
          <a:xfrm>
            <a:off x="3680125" y="1259195"/>
            <a:ext cx="2323299" cy="3197180"/>
            <a:chOff x="3834540" y="1999532"/>
            <a:chExt cx="2323299" cy="3197180"/>
          </a:xfrm>
        </p:grpSpPr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E01B0204-935A-0A5F-1669-556EF556F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21714" y="1999532"/>
              <a:ext cx="1736125" cy="3197180"/>
            </a:xfrm>
            <a:prstGeom prst="straightConnector1">
              <a:avLst/>
            </a:prstGeom>
            <a:ln w="7620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6C8EC8D4-6C52-8755-78CF-F5B0D287BBBB}"/>
                </a:ext>
              </a:extLst>
            </p:cNvPr>
            <p:cNvSpPr txBox="1"/>
            <p:nvPr/>
          </p:nvSpPr>
          <p:spPr>
            <a:xfrm>
              <a:off x="3834540" y="2475095"/>
              <a:ext cx="2310691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ja-JP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Optimization</a:t>
              </a:r>
            </a:p>
            <a:p>
              <a:pPr algn="l"/>
              <a:r>
                <a:rPr kumimoji="1" lang="en-US" altLang="ja-JP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Validation</a:t>
              </a:r>
            </a:p>
          </p:txBody>
        </p: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0C7F46F-A3CC-2BBA-B8B2-BB8BA7258C75}"/>
              </a:ext>
            </a:extLst>
          </p:cNvPr>
          <p:cNvSpPr txBox="1"/>
          <p:nvPr/>
        </p:nvSpPr>
        <p:spPr>
          <a:xfrm>
            <a:off x="2456261" y="2736707"/>
            <a:ext cx="364232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ja-JP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KM</a:t>
            </a:r>
            <a:r>
              <a:rPr kumimoji="1" lang="en-US" altLang="ja-JP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 (S, C, R, K)</a:t>
            </a: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233FA7B3-FD85-FD60-4B25-5760EEC9F4AC}"/>
              </a:ext>
            </a:extLst>
          </p:cNvPr>
          <p:cNvGrpSpPr/>
          <p:nvPr/>
        </p:nvGrpSpPr>
        <p:grpSpPr>
          <a:xfrm>
            <a:off x="5619500" y="3766048"/>
            <a:ext cx="2002306" cy="806587"/>
            <a:chOff x="5773915" y="4506385"/>
            <a:chExt cx="2002306" cy="806587"/>
          </a:xfrm>
        </p:grpSpPr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576B3ED4-7D1A-11AE-F738-345FECCCBC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73915" y="4506385"/>
              <a:ext cx="2002306" cy="806587"/>
            </a:xfrm>
            <a:prstGeom prst="straightConnector1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FA8E4030-8CA2-BC7D-E945-8F055B63E13C}"/>
                </a:ext>
              </a:extLst>
            </p:cNvPr>
            <p:cNvSpPr txBox="1"/>
            <p:nvPr/>
          </p:nvSpPr>
          <p:spPr>
            <a:xfrm>
              <a:off x="6084137" y="4935049"/>
              <a:ext cx="1096369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ja-JP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Denoise</a:t>
              </a: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1C22AC1-D41C-1787-E7A2-CE91FA5B2E44}"/>
              </a:ext>
            </a:extLst>
          </p:cNvPr>
          <p:cNvGrpSpPr/>
          <p:nvPr/>
        </p:nvGrpSpPr>
        <p:grpSpPr>
          <a:xfrm>
            <a:off x="4489146" y="4734575"/>
            <a:ext cx="3330826" cy="860362"/>
            <a:chOff x="4643561" y="5474912"/>
            <a:chExt cx="3330826" cy="860362"/>
          </a:xfrm>
        </p:grpSpPr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CF1F15E6-BACF-5024-D426-FF3DFE9B4671}"/>
                </a:ext>
              </a:extLst>
            </p:cNvPr>
            <p:cNvCxnSpPr>
              <a:cxnSpLocks/>
            </p:cNvCxnSpPr>
            <p:nvPr/>
          </p:nvCxnSpPr>
          <p:spPr>
            <a:xfrm>
              <a:off x="4643561" y="5474912"/>
              <a:ext cx="1393640" cy="514593"/>
            </a:xfrm>
            <a:prstGeom prst="straightConnector1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972383DA-2566-7B0B-6BA3-A21450FF3B9C}"/>
                </a:ext>
              </a:extLst>
            </p:cNvPr>
            <p:cNvSpPr/>
            <p:nvPr/>
          </p:nvSpPr>
          <p:spPr>
            <a:xfrm>
              <a:off x="6114676" y="5852585"/>
              <a:ext cx="236468" cy="2364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519DEA4D-1E9D-D7ED-0F94-8F0F84D3B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7132" y="5543309"/>
              <a:ext cx="1334220" cy="433590"/>
            </a:xfrm>
            <a:prstGeom prst="straightConnector1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7490F2DE-C765-2FB2-CA71-02E870856872}"/>
                </a:ext>
              </a:extLst>
            </p:cNvPr>
            <p:cNvSpPr txBox="1"/>
            <p:nvPr/>
          </p:nvSpPr>
          <p:spPr>
            <a:xfrm>
              <a:off x="5479442" y="6089053"/>
              <a:ext cx="249494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ja-JP" sz="1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Timecourse</a:t>
              </a:r>
              <a:r>
                <a:rPr kumimoji="1" lang="en-US" altLang="ja-JP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</a:t>
              </a: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D7AE84F-0001-D31F-02D5-C38A8999176C}"/>
              </a:ext>
            </a:extLst>
          </p:cNvPr>
          <p:cNvGrpSpPr/>
          <p:nvPr/>
        </p:nvGrpSpPr>
        <p:grpSpPr>
          <a:xfrm>
            <a:off x="5376226" y="731638"/>
            <a:ext cx="5018194" cy="2265431"/>
            <a:chOff x="5530641" y="1471975"/>
            <a:chExt cx="5018194" cy="2265431"/>
          </a:xfrm>
        </p:grpSpPr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E8BC48F5-ED6C-BF0C-C000-9C70E2F8FB6B}"/>
                </a:ext>
              </a:extLst>
            </p:cNvPr>
            <p:cNvGrpSpPr/>
            <p:nvPr/>
          </p:nvGrpSpPr>
          <p:grpSpPr>
            <a:xfrm>
              <a:off x="5530641" y="1471975"/>
              <a:ext cx="5018194" cy="2265431"/>
              <a:chOff x="5530641" y="1471975"/>
              <a:chExt cx="5018194" cy="22654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テキスト ボックス 43">
                    <a:extLst>
                      <a:ext uri="{FF2B5EF4-FFF2-40B4-BE49-F238E27FC236}">
                        <a16:creationId xmlns:a16="http://schemas.microsoft.com/office/drawing/2014/main" id="{55D250B6-91F5-482A-D10E-1933A0F181E4}"/>
                      </a:ext>
                    </a:extLst>
                  </p:cNvPr>
                  <p:cNvSpPr txBox="1"/>
                  <p:nvPr/>
                </p:nvSpPr>
                <p:spPr>
                  <a:xfrm>
                    <a:off x="5591031" y="2623966"/>
                    <a:ext cx="4957804" cy="4658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𝒋</m:t>
                          </m:r>
                          <m:d>
                            <m:dPr>
                              <m:ctrlPr>
                                <a:rPr kumimoji="1" lang="en-US" altLang="ja-JP" sz="24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𝒕</m:t>
                              </m:r>
                            </m:e>
                          </m:d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kumimoji="1" lang="en-US" altLang="ja-JP" sz="24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US" altLang="ja-JP" sz="24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1" lang="en-US" altLang="ja-JP" sz="24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acc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acc>
                            <m:accPr>
                              <m:chr m:val="⃗"/>
                              <m:ctrlPr>
                                <a:rPr kumimoji="1" lang="en-US" altLang="ja-JP" sz="24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US" altLang="ja-JP" sz="24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kumimoji="1" lang="en-US" altLang="ja-JP" sz="2400" b="1" i="1" dirty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𝒆𝒒</m:t>
                                  </m:r>
                                </m:sub>
                              </m:sSub>
                            </m:e>
                          </m:acc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kumimoji="1" lang="en-US" altLang="ja-JP" sz="24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sz="24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𝜶</m:t>
                              </m:r>
                            </m:e>
                          </m:acc>
                          <m:r>
                            <a:rPr kumimoji="1" lang="en-US" altLang="ja-JP" sz="24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</m:t>
                          </m:r>
                          <m:d>
                            <m:dPr>
                              <m:ctrlPr>
                                <a:rPr kumimoji="1" lang="en-US" altLang="ja-JP" sz="24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𝒕</m:t>
                              </m:r>
                            </m:e>
                          </m:d>
                          <m:r>
                            <a:rPr kumimoji="1" lang="en-US" altLang="ja-JP" sz="24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44" name="テキスト ボックス 43">
                    <a:extLst>
                      <a:ext uri="{FF2B5EF4-FFF2-40B4-BE49-F238E27FC236}">
                        <a16:creationId xmlns:a16="http://schemas.microsoft.com/office/drawing/2014/main" id="{55D250B6-91F5-482A-D10E-1933A0F181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1031" y="2623966"/>
                    <a:ext cx="4957804" cy="4658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5" name="グループ化 44">
                <a:extLst>
                  <a:ext uri="{FF2B5EF4-FFF2-40B4-BE49-F238E27FC236}">
                    <a16:creationId xmlns:a16="http://schemas.microsoft.com/office/drawing/2014/main" id="{BE444D19-6AB2-AFEF-3FE8-33609B38A57D}"/>
                  </a:ext>
                </a:extLst>
              </p:cNvPr>
              <p:cNvGrpSpPr/>
              <p:nvPr/>
            </p:nvGrpSpPr>
            <p:grpSpPr>
              <a:xfrm>
                <a:off x="6149794" y="2804442"/>
                <a:ext cx="236468" cy="932964"/>
                <a:chOff x="6149794" y="2424341"/>
                <a:chExt cx="236468" cy="932964"/>
              </a:xfrm>
            </p:grpSpPr>
            <p:sp>
              <p:nvSpPr>
                <p:cNvPr id="50" name="楕円 49">
                  <a:extLst>
                    <a:ext uri="{FF2B5EF4-FFF2-40B4-BE49-F238E27FC236}">
                      <a16:creationId xmlns:a16="http://schemas.microsoft.com/office/drawing/2014/main" id="{50EF996E-AB79-3250-A7C6-C2E4E0172DB6}"/>
                    </a:ext>
                  </a:extLst>
                </p:cNvPr>
                <p:cNvSpPr/>
                <p:nvPr/>
              </p:nvSpPr>
              <p:spPr>
                <a:xfrm>
                  <a:off x="6149794" y="2424341"/>
                  <a:ext cx="236468" cy="236468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51" name="直線矢印コネクタ 50">
                  <a:extLst>
                    <a:ext uri="{FF2B5EF4-FFF2-40B4-BE49-F238E27FC236}">
                      <a16:creationId xmlns:a16="http://schemas.microsoft.com/office/drawing/2014/main" id="{C2D09FED-9E54-6A18-EAE3-E94132F3C6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8028" y="2726228"/>
                  <a:ext cx="0" cy="631077"/>
                </a:xfrm>
                <a:prstGeom prst="straightConnector1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グループ化 45">
                <a:extLst>
                  <a:ext uri="{FF2B5EF4-FFF2-40B4-BE49-F238E27FC236}">
                    <a16:creationId xmlns:a16="http://schemas.microsoft.com/office/drawing/2014/main" id="{2F7FBB81-BF08-61DA-0AB4-13D5FACB2491}"/>
                  </a:ext>
                </a:extLst>
              </p:cNvPr>
              <p:cNvGrpSpPr/>
              <p:nvPr/>
            </p:nvGrpSpPr>
            <p:grpSpPr>
              <a:xfrm>
                <a:off x="6149794" y="1724049"/>
                <a:ext cx="236468" cy="932964"/>
                <a:chOff x="6149794" y="2424341"/>
                <a:chExt cx="236468" cy="932964"/>
              </a:xfrm>
            </p:grpSpPr>
            <p:sp>
              <p:nvSpPr>
                <p:cNvPr id="48" name="楕円 47">
                  <a:extLst>
                    <a:ext uri="{FF2B5EF4-FFF2-40B4-BE49-F238E27FC236}">
                      <a16:creationId xmlns:a16="http://schemas.microsoft.com/office/drawing/2014/main" id="{F7AA1A27-6C52-01FB-C7F2-E5419577CFE4}"/>
                    </a:ext>
                  </a:extLst>
                </p:cNvPr>
                <p:cNvSpPr/>
                <p:nvPr/>
              </p:nvSpPr>
              <p:spPr>
                <a:xfrm>
                  <a:off x="6149794" y="2424341"/>
                  <a:ext cx="236468" cy="236468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49" name="直線矢印コネクタ 48">
                  <a:extLst>
                    <a:ext uri="{FF2B5EF4-FFF2-40B4-BE49-F238E27FC236}">
                      <a16:creationId xmlns:a16="http://schemas.microsoft.com/office/drawing/2014/main" id="{66CB15FA-2158-D401-61CE-9DE1115878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8028" y="2726228"/>
                  <a:ext cx="0" cy="631077"/>
                </a:xfrm>
                <a:prstGeom prst="straightConnector1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3BEB994A-15ED-C112-CA49-E4CAA73B76E1}"/>
                  </a:ext>
                </a:extLst>
              </p:cNvPr>
              <p:cNvSpPr txBox="1"/>
              <p:nvPr/>
            </p:nvSpPr>
            <p:spPr>
              <a:xfrm>
                <a:off x="5530641" y="1471975"/>
                <a:ext cx="239482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kumimoji="1" lang="en-US" altLang="ja-JP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Pred. Property</a:t>
                </a:r>
                <a:endParaRPr kumimoji="1" lang="ja-JP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DCD553C7-63FE-5EE5-A807-8FACDD480A30}"/>
                </a:ext>
              </a:extLst>
            </p:cNvPr>
            <p:cNvSpPr txBox="1"/>
            <p:nvPr/>
          </p:nvSpPr>
          <p:spPr>
            <a:xfrm>
              <a:off x="6454050" y="2362884"/>
              <a:ext cx="184874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ja-JP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</a:t>
              </a:r>
            </a:p>
          </p:txBody>
        </p:sp>
      </p:grpSp>
      <p:sp>
        <p:nvSpPr>
          <p:cNvPr id="52" name="矢印: 右 51">
            <a:extLst>
              <a:ext uri="{FF2B5EF4-FFF2-40B4-BE49-F238E27FC236}">
                <a16:creationId xmlns:a16="http://schemas.microsoft.com/office/drawing/2014/main" id="{2A24FFCA-9E2C-110D-1B3F-75485F02C821}"/>
              </a:ext>
            </a:extLst>
          </p:cNvPr>
          <p:cNvSpPr/>
          <p:nvPr/>
        </p:nvSpPr>
        <p:spPr>
          <a:xfrm>
            <a:off x="-2527678" y="1885555"/>
            <a:ext cx="683400" cy="384514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213F590-A34E-ADAD-2769-9EBB68EC61AE}"/>
              </a:ext>
            </a:extLst>
          </p:cNvPr>
          <p:cNvSpPr txBox="1"/>
          <p:nvPr/>
        </p:nvSpPr>
        <p:spPr>
          <a:xfrm>
            <a:off x="-5065240" y="1433104"/>
            <a:ext cx="289117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Challenges:</a:t>
            </a:r>
          </a:p>
          <a:p>
            <a:pPr algn="l"/>
            <a:r>
              <a:rPr kumimoji="1" lang="en-US" altLang="ja-JP" sz="2400" b="1" dirty="0">
                <a:solidFill>
                  <a:srgbClr val="0094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Lifetime Theory </a:t>
            </a:r>
          </a:p>
          <a:p>
            <a:pPr algn="l"/>
            <a:r>
              <a:rPr kumimoji="1" lang="en-US" altLang="ja-JP" sz="2400" b="1" dirty="0">
                <a:solidFill>
                  <a:srgbClr val="D515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Implementation</a:t>
            </a:r>
          </a:p>
        </p:txBody>
      </p:sp>
      <p:sp>
        <p:nvSpPr>
          <p:cNvPr id="55" name="矢印: 右 54">
            <a:extLst>
              <a:ext uri="{FF2B5EF4-FFF2-40B4-BE49-F238E27FC236}">
                <a16:creationId xmlns:a16="http://schemas.microsoft.com/office/drawing/2014/main" id="{7EA64419-297D-9B56-BA8F-83D9F50F00CE}"/>
              </a:ext>
            </a:extLst>
          </p:cNvPr>
          <p:cNvSpPr/>
          <p:nvPr/>
        </p:nvSpPr>
        <p:spPr>
          <a:xfrm rot="10800000">
            <a:off x="13951488" y="3271571"/>
            <a:ext cx="683400" cy="384514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4BCD9A3-855E-2E63-AB73-8D9CA309232B}"/>
              </a:ext>
            </a:extLst>
          </p:cNvPr>
          <p:cNvSpPr txBox="1"/>
          <p:nvPr/>
        </p:nvSpPr>
        <p:spPr>
          <a:xfrm>
            <a:off x="14664952" y="2875002"/>
            <a:ext cx="460573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Challenges:</a:t>
            </a:r>
          </a:p>
          <a:p>
            <a:pPr algn="l"/>
            <a:r>
              <a:rPr kumimoji="1" lang="en-US" altLang="ja-JP" sz="2400" b="1" dirty="0">
                <a:solidFill>
                  <a:srgbClr val="0094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From 10 to 1000 </a:t>
            </a:r>
          </a:p>
          <a:p>
            <a:pPr algn="l"/>
            <a:r>
              <a:rPr kumimoji="1" lang="en-US" altLang="ja-JP" sz="2400" b="1" dirty="0">
                <a:solidFill>
                  <a:srgbClr val="FFBF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From </a:t>
            </a:r>
            <a:r>
              <a:rPr kumimoji="1" lang="en-US" altLang="ja-JP" sz="2400" b="1" i="1" dirty="0">
                <a:solidFill>
                  <a:srgbClr val="FFBF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vitro </a:t>
            </a:r>
            <a:r>
              <a:rPr kumimoji="1" lang="en-US" altLang="ja-JP" sz="2400" b="1" dirty="0">
                <a:solidFill>
                  <a:srgbClr val="FFBF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kumimoji="1" lang="en-US" altLang="ja-JP" sz="2400" b="1" i="1" dirty="0">
                <a:solidFill>
                  <a:srgbClr val="FFBF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vivo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59A76917-DB4F-1662-E0E2-C9CF01E5BF36}"/>
              </a:ext>
            </a:extLst>
          </p:cNvPr>
          <p:cNvSpPr txBox="1"/>
          <p:nvPr/>
        </p:nvSpPr>
        <p:spPr>
          <a:xfrm>
            <a:off x="6942419" y="3036075"/>
            <a:ext cx="130287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2400"/>
              </a:lnSpc>
            </a:pPr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Size</a:t>
            </a:r>
          </a:p>
        </p:txBody>
      </p:sp>
      <p:sp>
        <p:nvSpPr>
          <p:cNvPr id="63" name="矢印: 右 62">
            <a:extLst>
              <a:ext uri="{FF2B5EF4-FFF2-40B4-BE49-F238E27FC236}">
                <a16:creationId xmlns:a16="http://schemas.microsoft.com/office/drawing/2014/main" id="{8646549A-2B6C-EFA0-9D03-64EE920A631B}"/>
              </a:ext>
            </a:extLst>
          </p:cNvPr>
          <p:cNvSpPr/>
          <p:nvPr/>
        </p:nvSpPr>
        <p:spPr>
          <a:xfrm rot="10800000">
            <a:off x="15601056" y="5471826"/>
            <a:ext cx="683400" cy="384514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C82C28B4-C6B9-47E5-5B30-9E12E103806E}"/>
              </a:ext>
            </a:extLst>
          </p:cNvPr>
          <p:cNvSpPr txBox="1"/>
          <p:nvPr/>
        </p:nvSpPr>
        <p:spPr>
          <a:xfrm>
            <a:off x="359929" y="7225965"/>
            <a:ext cx="1147214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Perspective: Bridging Genetics and Metabolism using Control Systems Theory</a:t>
            </a:r>
            <a:endParaRPr kumimoji="1"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49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528FB-30F6-0CCC-31E9-3E3EC044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DCBDED-D51A-405E-9CA1-9997F4D7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1" y="-1090359"/>
            <a:ext cx="5760640" cy="548679"/>
          </a:xfrm>
        </p:spPr>
        <p:txBody>
          <a:bodyPr/>
          <a:lstStyle/>
          <a:p>
            <a:r>
              <a:rPr lang="en-US" altLang="ja-JP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Mathematical Catalysis Research Team</a:t>
            </a:r>
            <a:endParaRPr kumimoji="1" lang="ja-JP" alt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7640E8-ADAE-5574-93A9-CA3533CD853C}"/>
              </a:ext>
            </a:extLst>
          </p:cNvPr>
          <p:cNvSpPr txBox="1"/>
          <p:nvPr/>
        </p:nvSpPr>
        <p:spPr>
          <a:xfrm>
            <a:off x="983432" y="-1787666"/>
            <a:ext cx="1022513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Focusing on Kinetics of Electrocatalytic Reactions</a:t>
            </a:r>
            <a:endParaRPr kumimoji="1" lang="ja-JP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5" name="グループ化 484">
            <a:extLst>
              <a:ext uri="{FF2B5EF4-FFF2-40B4-BE49-F238E27FC236}">
                <a16:creationId xmlns:a16="http://schemas.microsoft.com/office/drawing/2014/main" id="{080D1A8A-7A5F-ED49-5904-4365C7F37B8B}"/>
              </a:ext>
            </a:extLst>
          </p:cNvPr>
          <p:cNvGrpSpPr/>
          <p:nvPr/>
        </p:nvGrpSpPr>
        <p:grpSpPr>
          <a:xfrm>
            <a:off x="-2567096" y="2209746"/>
            <a:ext cx="2084466" cy="2092846"/>
            <a:chOff x="2662930" y="4550863"/>
            <a:chExt cx="2084466" cy="2092846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F157C639-9094-990A-321F-743C11864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80"/>
            <a:stretch>
              <a:fillRect/>
            </a:stretch>
          </p:blipFill>
          <p:spPr bwMode="auto">
            <a:xfrm>
              <a:off x="2662930" y="4550863"/>
              <a:ext cx="2084466" cy="2092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正方形/長方形 483">
              <a:extLst>
                <a:ext uri="{FF2B5EF4-FFF2-40B4-BE49-F238E27FC236}">
                  <a16:creationId xmlns:a16="http://schemas.microsoft.com/office/drawing/2014/main" id="{C9328C28-E85B-E652-4190-8BDEF4277916}"/>
                </a:ext>
              </a:extLst>
            </p:cNvPr>
            <p:cNvSpPr/>
            <p:nvPr/>
          </p:nvSpPr>
          <p:spPr>
            <a:xfrm>
              <a:off x="3451366" y="4584251"/>
              <a:ext cx="93610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CB6666-3D37-92E9-A20F-78BDC65F61C5}"/>
              </a:ext>
            </a:extLst>
          </p:cNvPr>
          <p:cNvGrpSpPr/>
          <p:nvPr/>
        </p:nvGrpSpPr>
        <p:grpSpPr>
          <a:xfrm>
            <a:off x="1435882" y="608443"/>
            <a:ext cx="10205421" cy="5624868"/>
            <a:chOff x="1435882" y="608443"/>
            <a:chExt cx="10205421" cy="5624868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B918264-0E6D-6DB3-5FFE-2B5ED5AA5C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31"/>
            <a:stretch/>
          </p:blipFill>
          <p:spPr>
            <a:xfrm>
              <a:off x="1947624" y="3416765"/>
              <a:ext cx="1924700" cy="1881928"/>
            </a:xfrm>
            <a:prstGeom prst="rect">
              <a:avLst/>
            </a:prstGeom>
          </p:spPr>
        </p:pic>
        <p:sp>
          <p:nvSpPr>
            <p:cNvPr id="488" name="テキスト ボックス 487">
              <a:extLst>
                <a:ext uri="{FF2B5EF4-FFF2-40B4-BE49-F238E27FC236}">
                  <a16:creationId xmlns:a16="http://schemas.microsoft.com/office/drawing/2014/main" id="{D712FB05-3EDF-1555-5106-0B98698929A2}"/>
                </a:ext>
              </a:extLst>
            </p:cNvPr>
            <p:cNvSpPr txBox="1"/>
            <p:nvPr/>
          </p:nvSpPr>
          <p:spPr>
            <a:xfrm>
              <a:off x="1730833" y="5456615"/>
              <a:ext cx="282745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sz="3200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Science</a:t>
              </a:r>
              <a:endParaRPr kumimoji="1" lang="ja-JP" altLang="en-US" sz="3200" b="1" dirty="0">
                <a:solidFill>
                  <a:srgbClr val="D515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正方形/長方形 488">
              <a:extLst>
                <a:ext uri="{FF2B5EF4-FFF2-40B4-BE49-F238E27FC236}">
                  <a16:creationId xmlns:a16="http://schemas.microsoft.com/office/drawing/2014/main" id="{39072873-C129-62D4-177F-E25DD6010016}"/>
                </a:ext>
              </a:extLst>
            </p:cNvPr>
            <p:cNvSpPr/>
            <p:nvPr/>
          </p:nvSpPr>
          <p:spPr>
            <a:xfrm>
              <a:off x="1793506" y="3548273"/>
              <a:ext cx="2364210" cy="1884406"/>
            </a:xfrm>
            <a:prstGeom prst="rect">
              <a:avLst/>
            </a:prstGeom>
            <a:noFill/>
            <a:ln w="76200">
              <a:solidFill>
                <a:srgbClr val="D515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FFFFF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46CDF17E-7776-A323-8EF2-D9C979322508}"/>
                </a:ext>
              </a:extLst>
            </p:cNvPr>
            <p:cNvSpPr/>
            <p:nvPr/>
          </p:nvSpPr>
          <p:spPr>
            <a:xfrm>
              <a:off x="1793506" y="1381290"/>
              <a:ext cx="2364210" cy="1884406"/>
            </a:xfrm>
            <a:prstGeom prst="rect">
              <a:avLst/>
            </a:prstGeom>
            <a:noFill/>
            <a:ln w="76200">
              <a:solidFill>
                <a:srgbClr val="005B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005B82"/>
                </a:solidFill>
              </a:endParaRPr>
            </a:p>
          </p:txBody>
        </p:sp>
        <p:grpSp>
          <p:nvGrpSpPr>
            <p:cNvPr id="480" name="グループ化 479">
              <a:extLst>
                <a:ext uri="{FF2B5EF4-FFF2-40B4-BE49-F238E27FC236}">
                  <a16:creationId xmlns:a16="http://schemas.microsoft.com/office/drawing/2014/main" id="{526A9D5F-20BB-9422-2875-809C722108B6}"/>
                </a:ext>
              </a:extLst>
            </p:cNvPr>
            <p:cNvGrpSpPr/>
            <p:nvPr/>
          </p:nvGrpSpPr>
          <p:grpSpPr>
            <a:xfrm>
              <a:off x="1435882" y="796031"/>
              <a:ext cx="3002504" cy="2873881"/>
              <a:chOff x="6384032" y="-10768024"/>
              <a:chExt cx="3507910" cy="3357636"/>
            </a:xfrm>
          </p:grpSpPr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0483427F-03A5-CE94-F887-70C5112F96F9}"/>
                  </a:ext>
                </a:extLst>
              </p:cNvPr>
              <p:cNvSpPr txBox="1"/>
              <p:nvPr/>
            </p:nvSpPr>
            <p:spPr>
              <a:xfrm>
                <a:off x="8106420" y="-10060773"/>
                <a:ext cx="1402594" cy="287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600" b="1" dirty="0">
                    <a:solidFill>
                      <a:srgbClr val="D5150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Dissolution</a:t>
                </a:r>
                <a:endParaRPr lang="ja-JP" altLang="en-US" sz="1600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A09ECEE5-5FDC-79CA-D346-FEFA24EF192A}"/>
                  </a:ext>
                </a:extLst>
              </p:cNvPr>
              <p:cNvSpPr txBox="1"/>
              <p:nvPr/>
            </p:nvSpPr>
            <p:spPr>
              <a:xfrm>
                <a:off x="7308263" y="-9094788"/>
                <a:ext cx="1642765" cy="287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600" b="1" dirty="0">
                    <a:solidFill>
                      <a:srgbClr val="005B8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Catalysis</a:t>
                </a:r>
                <a:endParaRPr lang="ja-JP" altLang="en-US" sz="1600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DE3A347F-4BFB-0736-EC13-A4EA2A4D82F3}"/>
                  </a:ext>
                </a:extLst>
              </p:cNvPr>
              <p:cNvGrpSpPr/>
              <p:nvPr/>
            </p:nvGrpSpPr>
            <p:grpSpPr>
              <a:xfrm>
                <a:off x="6384032" y="-10768024"/>
                <a:ext cx="3507910" cy="3357636"/>
                <a:chOff x="-176583" y="445828"/>
                <a:chExt cx="3979861" cy="3809369"/>
              </a:xfrm>
            </p:grpSpPr>
            <p:grpSp>
              <p:nvGrpSpPr>
                <p:cNvPr id="468" name="グループ化 467">
                  <a:extLst>
                    <a:ext uri="{FF2B5EF4-FFF2-40B4-BE49-F238E27FC236}">
                      <a16:creationId xmlns:a16="http://schemas.microsoft.com/office/drawing/2014/main" id="{A172F593-C069-3FC3-63D5-011074301C36}"/>
                    </a:ext>
                  </a:extLst>
                </p:cNvPr>
                <p:cNvGrpSpPr/>
                <p:nvPr/>
              </p:nvGrpSpPr>
              <p:grpSpPr>
                <a:xfrm>
                  <a:off x="-176583" y="445828"/>
                  <a:ext cx="3979861" cy="3809369"/>
                  <a:chOff x="635792" y="3328482"/>
                  <a:chExt cx="3201264" cy="3064126"/>
                </a:xfrm>
              </p:grpSpPr>
              <p:sp>
                <p:nvSpPr>
                  <p:cNvPr id="475" name="円弧 474">
                    <a:extLst>
                      <a:ext uri="{FF2B5EF4-FFF2-40B4-BE49-F238E27FC236}">
                        <a16:creationId xmlns:a16="http://schemas.microsoft.com/office/drawing/2014/main" id="{B8F5E7C8-C2BD-7F0B-6447-1FE9E0F3A7DE}"/>
                      </a:ext>
                    </a:extLst>
                  </p:cNvPr>
                  <p:cNvSpPr/>
                  <p:nvPr/>
                </p:nvSpPr>
                <p:spPr>
                  <a:xfrm rot="20439484">
                    <a:off x="635792" y="3996769"/>
                    <a:ext cx="1102705" cy="1102705"/>
                  </a:xfrm>
                  <a:prstGeom prst="arc">
                    <a:avLst>
                      <a:gd name="adj1" fmla="val 19713318"/>
                      <a:gd name="adj2" fmla="val 1654528"/>
                    </a:avLst>
                  </a:prstGeom>
                  <a:ln w="38100">
                    <a:solidFill>
                      <a:srgbClr val="D51506"/>
                    </a:solidFill>
                    <a:prstDash val="solid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6" name="円弧 475">
                    <a:extLst>
                      <a:ext uri="{FF2B5EF4-FFF2-40B4-BE49-F238E27FC236}">
                        <a16:creationId xmlns:a16="http://schemas.microsoft.com/office/drawing/2014/main" id="{4B232783-6359-E322-3E5C-7FBAB7540E4D}"/>
                      </a:ext>
                    </a:extLst>
                  </p:cNvPr>
                  <p:cNvSpPr/>
                  <p:nvPr/>
                </p:nvSpPr>
                <p:spPr>
                  <a:xfrm>
                    <a:off x="2734351" y="4242647"/>
                    <a:ext cx="1102705" cy="1102705"/>
                  </a:xfrm>
                  <a:prstGeom prst="arc">
                    <a:avLst>
                      <a:gd name="adj1" fmla="val 6716678"/>
                      <a:gd name="adj2" fmla="val 10109756"/>
                    </a:avLst>
                  </a:prstGeom>
                  <a:ln w="38100">
                    <a:solidFill>
                      <a:srgbClr val="D51506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7" name="円弧 476">
                    <a:extLst>
                      <a:ext uri="{FF2B5EF4-FFF2-40B4-BE49-F238E27FC236}">
                        <a16:creationId xmlns:a16="http://schemas.microsoft.com/office/drawing/2014/main" id="{25287C3E-6A10-54A3-C709-003E2A34E9A1}"/>
                      </a:ext>
                    </a:extLst>
                  </p:cNvPr>
                  <p:cNvSpPr/>
                  <p:nvPr/>
                </p:nvSpPr>
                <p:spPr>
                  <a:xfrm>
                    <a:off x="2261636" y="5289903"/>
                    <a:ext cx="1102705" cy="1102705"/>
                  </a:xfrm>
                  <a:prstGeom prst="arc">
                    <a:avLst>
                      <a:gd name="adj1" fmla="val 10384944"/>
                      <a:gd name="adj2" fmla="val 13882916"/>
                    </a:avLst>
                  </a:prstGeom>
                  <a:ln w="38100">
                    <a:solidFill>
                      <a:srgbClr val="D51506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8" name="円弧 477">
                    <a:extLst>
                      <a:ext uri="{FF2B5EF4-FFF2-40B4-BE49-F238E27FC236}">
                        <a16:creationId xmlns:a16="http://schemas.microsoft.com/office/drawing/2014/main" id="{4940C15B-D158-376D-D7E4-D53804EECBC0}"/>
                      </a:ext>
                    </a:extLst>
                  </p:cNvPr>
                  <p:cNvSpPr/>
                  <p:nvPr/>
                </p:nvSpPr>
                <p:spPr>
                  <a:xfrm rot="20439484">
                    <a:off x="903331" y="5189528"/>
                    <a:ext cx="1102705" cy="1102705"/>
                  </a:xfrm>
                  <a:prstGeom prst="arc">
                    <a:avLst>
                      <a:gd name="adj1" fmla="val 15935009"/>
                      <a:gd name="adj2" fmla="val 19486096"/>
                    </a:avLst>
                  </a:prstGeom>
                  <a:ln w="38100">
                    <a:solidFill>
                      <a:srgbClr val="D51506"/>
                    </a:solidFill>
                    <a:prstDash val="sysDot"/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9" name="円弧 478">
                    <a:extLst>
                      <a:ext uri="{FF2B5EF4-FFF2-40B4-BE49-F238E27FC236}">
                        <a16:creationId xmlns:a16="http://schemas.microsoft.com/office/drawing/2014/main" id="{9B1C9BD7-1FA6-5C4A-9037-32AE2AE5131E}"/>
                      </a:ext>
                    </a:extLst>
                  </p:cNvPr>
                  <p:cNvSpPr/>
                  <p:nvPr/>
                </p:nvSpPr>
                <p:spPr>
                  <a:xfrm>
                    <a:off x="1985015" y="3328482"/>
                    <a:ext cx="998365" cy="1102705"/>
                  </a:xfrm>
                  <a:prstGeom prst="arc">
                    <a:avLst>
                      <a:gd name="adj1" fmla="val 2748828"/>
                      <a:gd name="adj2" fmla="val 6450103"/>
                    </a:avLst>
                  </a:prstGeom>
                  <a:ln w="38100">
                    <a:solidFill>
                      <a:srgbClr val="D51506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</p:grpSp>
            <p:grpSp>
              <p:nvGrpSpPr>
                <p:cNvPr id="469" name="グループ化 468">
                  <a:extLst>
                    <a:ext uri="{FF2B5EF4-FFF2-40B4-BE49-F238E27FC236}">
                      <a16:creationId xmlns:a16="http://schemas.microsoft.com/office/drawing/2014/main" id="{881A30DC-2DE3-292B-407D-C028D60BBBB6}"/>
                    </a:ext>
                  </a:extLst>
                </p:cNvPr>
                <p:cNvGrpSpPr/>
                <p:nvPr/>
              </p:nvGrpSpPr>
              <p:grpSpPr>
                <a:xfrm>
                  <a:off x="1056078" y="1764446"/>
                  <a:ext cx="1370900" cy="1370900"/>
                  <a:chOff x="1644873" y="4389133"/>
                  <a:chExt cx="1102705" cy="1102705"/>
                </a:xfrm>
              </p:grpSpPr>
              <p:sp>
                <p:nvSpPr>
                  <p:cNvPr id="470" name="円弧 469">
                    <a:extLst>
                      <a:ext uri="{FF2B5EF4-FFF2-40B4-BE49-F238E27FC236}">
                        <a16:creationId xmlns:a16="http://schemas.microsoft.com/office/drawing/2014/main" id="{DDD21914-FC91-12C3-9C41-7A5B0D669B27}"/>
                      </a:ext>
                    </a:extLst>
                  </p:cNvPr>
                  <p:cNvSpPr/>
                  <p:nvPr/>
                </p:nvSpPr>
                <p:spPr>
                  <a:xfrm rot="3036775">
                    <a:off x="1644873" y="4389133"/>
                    <a:ext cx="1102705" cy="1102705"/>
                  </a:xfrm>
                  <a:prstGeom prst="arc">
                    <a:avLst>
                      <a:gd name="adj1" fmla="val 18234785"/>
                      <a:gd name="adj2" fmla="val 20963355"/>
                    </a:avLst>
                  </a:prstGeom>
                  <a:ln w="38100">
                    <a:solidFill>
                      <a:srgbClr val="005B8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1" name="円弧 470">
                    <a:extLst>
                      <a:ext uri="{FF2B5EF4-FFF2-40B4-BE49-F238E27FC236}">
                        <a16:creationId xmlns:a16="http://schemas.microsoft.com/office/drawing/2014/main" id="{E8E36E7B-7490-57D4-C8B5-91B9EE9D3138}"/>
                      </a:ext>
                    </a:extLst>
                  </p:cNvPr>
                  <p:cNvSpPr/>
                  <p:nvPr/>
                </p:nvSpPr>
                <p:spPr>
                  <a:xfrm rot="3036775">
                    <a:off x="1644873" y="4389133"/>
                    <a:ext cx="1102705" cy="1102705"/>
                  </a:xfrm>
                  <a:prstGeom prst="arc">
                    <a:avLst>
                      <a:gd name="adj1" fmla="val 13960208"/>
                      <a:gd name="adj2" fmla="val 16567947"/>
                    </a:avLst>
                  </a:prstGeom>
                  <a:ln w="38100">
                    <a:solidFill>
                      <a:srgbClr val="005B8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2" name="円弧 471">
                    <a:extLst>
                      <a:ext uri="{FF2B5EF4-FFF2-40B4-BE49-F238E27FC236}">
                        <a16:creationId xmlns:a16="http://schemas.microsoft.com/office/drawing/2014/main" id="{A32BBD08-A458-4049-CF95-E990CAB0FCA2}"/>
                      </a:ext>
                    </a:extLst>
                  </p:cNvPr>
                  <p:cNvSpPr/>
                  <p:nvPr/>
                </p:nvSpPr>
                <p:spPr>
                  <a:xfrm rot="1964917">
                    <a:off x="1644873" y="4389133"/>
                    <a:ext cx="1102705" cy="1102705"/>
                  </a:xfrm>
                  <a:prstGeom prst="arc">
                    <a:avLst>
                      <a:gd name="adj1" fmla="val 6393080"/>
                      <a:gd name="adj2" fmla="val 9397424"/>
                    </a:avLst>
                  </a:prstGeom>
                  <a:ln w="38100">
                    <a:solidFill>
                      <a:srgbClr val="005B82"/>
                    </a:solidFill>
                    <a:prstDash val="sysDot"/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3" name="円弧 472">
                    <a:extLst>
                      <a:ext uri="{FF2B5EF4-FFF2-40B4-BE49-F238E27FC236}">
                        <a16:creationId xmlns:a16="http://schemas.microsoft.com/office/drawing/2014/main" id="{E6A54BD9-E651-10A1-DA13-54911627B9CD}"/>
                      </a:ext>
                    </a:extLst>
                  </p:cNvPr>
                  <p:cNvSpPr/>
                  <p:nvPr/>
                </p:nvSpPr>
                <p:spPr>
                  <a:xfrm rot="2446631">
                    <a:off x="1644873" y="4389133"/>
                    <a:ext cx="1102705" cy="1102705"/>
                  </a:xfrm>
                  <a:prstGeom prst="arc">
                    <a:avLst>
                      <a:gd name="adj1" fmla="val 1060883"/>
                      <a:gd name="adj2" fmla="val 4193964"/>
                    </a:avLst>
                  </a:prstGeom>
                  <a:ln w="38100">
                    <a:solidFill>
                      <a:srgbClr val="005B82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>
                      <a:ea typeface="游ゴシック" panose="020B0400000000000000" pitchFamily="50" charset="-128"/>
                    </a:endParaRPr>
                  </a:p>
                </p:txBody>
              </p:sp>
              <p:sp>
                <p:nvSpPr>
                  <p:cNvPr id="474" name="円弧 473">
                    <a:extLst>
                      <a:ext uri="{FF2B5EF4-FFF2-40B4-BE49-F238E27FC236}">
                        <a16:creationId xmlns:a16="http://schemas.microsoft.com/office/drawing/2014/main" id="{20CB8B64-8589-28EA-A279-772EDE4B4857}"/>
                      </a:ext>
                    </a:extLst>
                  </p:cNvPr>
                  <p:cNvSpPr/>
                  <p:nvPr/>
                </p:nvSpPr>
                <p:spPr>
                  <a:xfrm rot="3036775">
                    <a:off x="1644873" y="4389133"/>
                    <a:ext cx="1102705" cy="1102705"/>
                  </a:xfrm>
                  <a:prstGeom prst="arc">
                    <a:avLst>
                      <a:gd name="adj1" fmla="val 9774902"/>
                      <a:gd name="adj2" fmla="val 12541547"/>
                    </a:avLst>
                  </a:prstGeom>
                  <a:ln w="38100">
                    <a:solidFill>
                      <a:srgbClr val="005B82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>
                      <a:ea typeface="游ゴシック" panose="020B0400000000000000" pitchFamily="50" charset="-128"/>
                    </a:endParaRPr>
                  </a:p>
                </p:txBody>
              </p:sp>
            </p:grpSp>
          </p:grp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FFE143A8-92D5-F2CB-0C6A-2F7E190E3486}"/>
                  </a:ext>
                </a:extLst>
              </p:cNvPr>
              <p:cNvGrpSpPr/>
              <p:nvPr/>
            </p:nvGrpSpPr>
            <p:grpSpPr>
              <a:xfrm>
                <a:off x="7334889" y="-9792185"/>
                <a:ext cx="1511013" cy="1438562"/>
                <a:chOff x="1593968" y="4261561"/>
                <a:chExt cx="1215407" cy="1157130"/>
              </a:xfrm>
            </p:grpSpPr>
            <p:sp>
              <p:nvSpPr>
                <p:cNvPr id="463" name="テキスト ボックス 462">
                  <a:extLst>
                    <a:ext uri="{FF2B5EF4-FFF2-40B4-BE49-F238E27FC236}">
                      <a16:creationId xmlns:a16="http://schemas.microsoft.com/office/drawing/2014/main" id="{08136983-29A2-3910-D5C8-CF04A5C95583}"/>
                    </a:ext>
                  </a:extLst>
                </p:cNvPr>
                <p:cNvSpPr txBox="1"/>
                <p:nvPr/>
              </p:nvSpPr>
              <p:spPr>
                <a:xfrm>
                  <a:off x="2520736" y="4605453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2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4" name="テキスト ボックス 463">
                  <a:extLst>
                    <a:ext uri="{FF2B5EF4-FFF2-40B4-BE49-F238E27FC236}">
                      <a16:creationId xmlns:a16="http://schemas.microsoft.com/office/drawing/2014/main" id="{3A2FE135-888B-9089-680E-BDE141121415}"/>
                    </a:ext>
                  </a:extLst>
                </p:cNvPr>
                <p:cNvSpPr txBox="1"/>
                <p:nvPr/>
              </p:nvSpPr>
              <p:spPr>
                <a:xfrm>
                  <a:off x="2408714" y="5184187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3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5" name="テキスト ボックス 464">
                  <a:extLst>
                    <a:ext uri="{FF2B5EF4-FFF2-40B4-BE49-F238E27FC236}">
                      <a16:creationId xmlns:a16="http://schemas.microsoft.com/office/drawing/2014/main" id="{B32CD50F-4ED7-D52C-6F5D-68856EE097E7}"/>
                    </a:ext>
                  </a:extLst>
                </p:cNvPr>
                <p:cNvSpPr txBox="1"/>
                <p:nvPr/>
              </p:nvSpPr>
              <p:spPr>
                <a:xfrm>
                  <a:off x="1737227" y="5195882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4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6" name="テキスト ボックス 465">
                  <a:extLst>
                    <a:ext uri="{FF2B5EF4-FFF2-40B4-BE49-F238E27FC236}">
                      <a16:creationId xmlns:a16="http://schemas.microsoft.com/office/drawing/2014/main" id="{AA6BA09D-5B31-5E3F-2EFD-7E8063550825}"/>
                    </a:ext>
                  </a:extLst>
                </p:cNvPr>
                <p:cNvSpPr txBox="1"/>
                <p:nvPr/>
              </p:nvSpPr>
              <p:spPr>
                <a:xfrm>
                  <a:off x="1593968" y="4605453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 err="1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 err="1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n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7" name="テキスト ボックス 466">
                  <a:extLst>
                    <a:ext uri="{FF2B5EF4-FFF2-40B4-BE49-F238E27FC236}">
                      <a16:creationId xmlns:a16="http://schemas.microsoft.com/office/drawing/2014/main" id="{5BCA7671-340D-9BFB-6E97-901F759D7245}"/>
                    </a:ext>
                  </a:extLst>
                </p:cNvPr>
                <p:cNvSpPr txBox="1"/>
                <p:nvPr/>
              </p:nvSpPr>
              <p:spPr>
                <a:xfrm>
                  <a:off x="2058678" y="4261561"/>
                  <a:ext cx="288639" cy="22280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US" altLang="ja-JP" b="1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X</a:t>
                  </a:r>
                  <a:r>
                    <a:rPr lang="en-US" altLang="ja-JP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rPr>
                    <a:t>1</a:t>
                  </a:r>
                  <a:endParaRPr lang="ja-JP" altLang="en-US" b="1" baseline="-25000" dirty="0">
                    <a:solidFill>
                      <a:srgbClr val="005B82"/>
                    </a:solidFill>
                    <a:ea typeface="游ゴシック" panose="020B04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F29FC40E-AD99-C66F-6090-AF7BF76ECFC9}"/>
                </a:ext>
              </a:extLst>
            </p:cNvPr>
            <p:cNvSpPr txBox="1"/>
            <p:nvPr/>
          </p:nvSpPr>
          <p:spPr>
            <a:xfrm>
              <a:off x="1736106" y="608443"/>
              <a:ext cx="282745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sz="3200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Mathematics</a:t>
              </a:r>
              <a:endParaRPr kumimoji="1" lang="ja-JP" altLang="en-US" sz="3200" b="1" dirty="0">
                <a:solidFill>
                  <a:srgbClr val="005B8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テキスト ボックス 505">
              <a:extLst>
                <a:ext uri="{FF2B5EF4-FFF2-40B4-BE49-F238E27FC236}">
                  <a16:creationId xmlns:a16="http://schemas.microsoft.com/office/drawing/2014/main" id="{325EF19C-8049-8BD7-C992-89638D6C094E}"/>
                </a:ext>
              </a:extLst>
            </p:cNvPr>
            <p:cNvSpPr txBox="1"/>
            <p:nvPr/>
          </p:nvSpPr>
          <p:spPr>
            <a:xfrm>
              <a:off x="1822187" y="1025572"/>
              <a:ext cx="282745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(Predictive Models)</a:t>
              </a:r>
              <a:endParaRPr kumimoji="1" lang="ja-JP" altLang="en-US" b="1" dirty="0">
                <a:solidFill>
                  <a:srgbClr val="005B8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テキスト ボックス 506">
              <a:extLst>
                <a:ext uri="{FF2B5EF4-FFF2-40B4-BE49-F238E27FC236}">
                  <a16:creationId xmlns:a16="http://schemas.microsoft.com/office/drawing/2014/main" id="{DD4C7683-BDC0-57F9-011B-62955ACCCFF3}"/>
                </a:ext>
              </a:extLst>
            </p:cNvPr>
            <p:cNvSpPr txBox="1"/>
            <p:nvPr/>
          </p:nvSpPr>
          <p:spPr>
            <a:xfrm>
              <a:off x="1734777" y="5956312"/>
              <a:ext cx="411099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(Parameter Extraction and Validation)</a:t>
              </a:r>
              <a:endParaRPr kumimoji="1" lang="ja-JP" altLang="en-US" b="1" dirty="0">
                <a:solidFill>
                  <a:srgbClr val="D515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17" name="グループ化 516">
              <a:extLst>
                <a:ext uri="{FF2B5EF4-FFF2-40B4-BE49-F238E27FC236}">
                  <a16:creationId xmlns:a16="http://schemas.microsoft.com/office/drawing/2014/main" id="{DB5CC5A3-651F-7A15-7352-C0201909A070}"/>
                </a:ext>
              </a:extLst>
            </p:cNvPr>
            <p:cNvGrpSpPr/>
            <p:nvPr/>
          </p:nvGrpSpPr>
          <p:grpSpPr>
            <a:xfrm>
              <a:off x="4284639" y="1279073"/>
              <a:ext cx="7356664" cy="4029047"/>
              <a:chOff x="4067928" y="2067652"/>
              <a:chExt cx="7356664" cy="4029047"/>
            </a:xfrm>
          </p:grpSpPr>
          <p:grpSp>
            <p:nvGrpSpPr>
              <p:cNvPr id="497" name="グループ化 496">
                <a:extLst>
                  <a:ext uri="{FF2B5EF4-FFF2-40B4-BE49-F238E27FC236}">
                    <a16:creationId xmlns:a16="http://schemas.microsoft.com/office/drawing/2014/main" id="{0DB1021D-5D0B-7850-4361-81047AA0355A}"/>
                  </a:ext>
                </a:extLst>
              </p:cNvPr>
              <p:cNvGrpSpPr/>
              <p:nvPr/>
            </p:nvGrpSpPr>
            <p:grpSpPr>
              <a:xfrm>
                <a:off x="4067928" y="3109058"/>
                <a:ext cx="4144401" cy="2048663"/>
                <a:chOff x="18211194" y="-2275822"/>
                <a:chExt cx="4144401" cy="2048663"/>
              </a:xfrm>
            </p:grpSpPr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C0CDADDC-983B-2E96-AE77-3CB4B8B872E6}"/>
                    </a:ext>
                  </a:extLst>
                </p:cNvPr>
                <p:cNvSpPr/>
                <p:nvPr/>
              </p:nvSpPr>
              <p:spPr>
                <a:xfrm>
                  <a:off x="18834569" y="-1689290"/>
                  <a:ext cx="2872880" cy="1105719"/>
                </a:xfrm>
                <a:prstGeom prst="rect">
                  <a:avLst/>
                </a:prstGeom>
                <a:solidFill>
                  <a:schemeClr val="tx1"/>
                </a:solidFill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solidFill>
                      <a:srgbClr val="005B82"/>
                    </a:solidFill>
                  </a:endParaRPr>
                </a:p>
              </p:txBody>
            </p:sp>
            <p:sp>
              <p:nvSpPr>
                <p:cNvPr id="36" name="矢印: 下 35">
                  <a:extLst>
                    <a:ext uri="{FF2B5EF4-FFF2-40B4-BE49-F238E27FC236}">
                      <a16:creationId xmlns:a16="http://schemas.microsoft.com/office/drawing/2014/main" id="{46BE63AE-84CE-2257-A509-433B147C6C40}"/>
                    </a:ext>
                  </a:extLst>
                </p:cNvPr>
                <p:cNvSpPr/>
                <p:nvPr/>
              </p:nvSpPr>
              <p:spPr>
                <a:xfrm rot="19512665">
                  <a:off x="18211194" y="-2275822"/>
                  <a:ext cx="536338" cy="528027"/>
                </a:xfrm>
                <a:prstGeom prst="downArrow">
                  <a:avLst/>
                </a:prstGeom>
                <a:noFill/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C82B51D7-1D0A-0776-02BC-A866F27A2BB0}"/>
                    </a:ext>
                  </a:extLst>
                </p:cNvPr>
                <p:cNvSpPr txBox="1"/>
                <p:nvPr/>
              </p:nvSpPr>
              <p:spPr>
                <a:xfrm>
                  <a:off x="18732954" y="-1568454"/>
                  <a:ext cx="3125871" cy="861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kumimoji="1" lang="en-US" altLang="ja-JP" sz="28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Kinetics of </a:t>
                  </a:r>
                </a:p>
                <a:p>
                  <a:pPr algn="ctr"/>
                  <a:r>
                    <a:rPr kumimoji="1" lang="en-US" altLang="ja-JP" sz="28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Electrocatalysis</a:t>
                  </a:r>
                  <a:endParaRPr kumimoji="1" lang="ja-JP" altLang="en-US" sz="2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矢印: 下 43">
                  <a:extLst>
                    <a:ext uri="{FF2B5EF4-FFF2-40B4-BE49-F238E27FC236}">
                      <a16:creationId xmlns:a16="http://schemas.microsoft.com/office/drawing/2014/main" id="{F5E82058-AF76-6295-7B13-819A67716668}"/>
                    </a:ext>
                  </a:extLst>
                </p:cNvPr>
                <p:cNvSpPr/>
                <p:nvPr/>
              </p:nvSpPr>
              <p:spPr>
                <a:xfrm rot="12825329">
                  <a:off x="18211194" y="-755186"/>
                  <a:ext cx="536338" cy="528027"/>
                </a:xfrm>
                <a:prstGeom prst="downArrow">
                  <a:avLst/>
                </a:prstGeom>
                <a:noFill/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5" name="矢印: 下 44">
                  <a:extLst>
                    <a:ext uri="{FF2B5EF4-FFF2-40B4-BE49-F238E27FC236}">
                      <a16:creationId xmlns:a16="http://schemas.microsoft.com/office/drawing/2014/main" id="{5AFB38BA-ABFA-0DA1-9A15-7E90BE4BA808}"/>
                    </a:ext>
                  </a:extLst>
                </p:cNvPr>
                <p:cNvSpPr/>
                <p:nvPr/>
              </p:nvSpPr>
              <p:spPr>
                <a:xfrm rot="5400000">
                  <a:off x="21823413" y="-1421652"/>
                  <a:ext cx="536338" cy="528027"/>
                </a:xfrm>
                <a:prstGeom prst="downArrow">
                  <a:avLst/>
                </a:prstGeom>
                <a:noFill/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494" name="グループ化 493">
                <a:extLst>
                  <a:ext uri="{FF2B5EF4-FFF2-40B4-BE49-F238E27FC236}">
                    <a16:creationId xmlns:a16="http://schemas.microsoft.com/office/drawing/2014/main" id="{7831EB9E-008D-F605-D68A-F000AF35CD9B}"/>
                  </a:ext>
                </a:extLst>
              </p:cNvPr>
              <p:cNvGrpSpPr/>
              <p:nvPr/>
            </p:nvGrpSpPr>
            <p:grpSpPr>
              <a:xfrm>
                <a:off x="8432148" y="3009046"/>
                <a:ext cx="2395589" cy="3002193"/>
                <a:chOff x="11809573" y="6972991"/>
                <a:chExt cx="3047113" cy="3818695"/>
              </a:xfrm>
            </p:grpSpPr>
            <p:grpSp>
              <p:nvGrpSpPr>
                <p:cNvPr id="61" name="グループ化 60">
                  <a:extLst>
                    <a:ext uri="{FF2B5EF4-FFF2-40B4-BE49-F238E27FC236}">
                      <a16:creationId xmlns:a16="http://schemas.microsoft.com/office/drawing/2014/main" id="{DDA46E24-8C2D-9FB0-6280-A703EBE80339}"/>
                    </a:ext>
                  </a:extLst>
                </p:cNvPr>
                <p:cNvGrpSpPr/>
                <p:nvPr/>
              </p:nvGrpSpPr>
              <p:grpSpPr>
                <a:xfrm>
                  <a:off x="11809575" y="9182534"/>
                  <a:ext cx="2858503" cy="987561"/>
                  <a:chOff x="8099038" y="782458"/>
                  <a:chExt cx="2858503" cy="987561"/>
                </a:xfrm>
              </p:grpSpPr>
              <p:sp>
                <p:nvSpPr>
                  <p:cNvPr id="157" name="正方形/長方形 156">
                    <a:extLst>
                      <a:ext uri="{FF2B5EF4-FFF2-40B4-BE49-F238E27FC236}">
                        <a16:creationId xmlns:a16="http://schemas.microsoft.com/office/drawing/2014/main" id="{F69547C5-BF63-64FB-5035-0964825D1DBB}"/>
                      </a:ext>
                    </a:extLst>
                  </p:cNvPr>
                  <p:cNvSpPr/>
                  <p:nvPr/>
                </p:nvSpPr>
                <p:spPr>
                  <a:xfrm>
                    <a:off x="8099038" y="785703"/>
                    <a:ext cx="2858503" cy="98431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/>
                  </a:p>
                </p:txBody>
              </p:sp>
              <p:sp>
                <p:nvSpPr>
                  <p:cNvPr id="158" name="フリーフォーム: 図形 157">
                    <a:extLst>
                      <a:ext uri="{FF2B5EF4-FFF2-40B4-BE49-F238E27FC236}">
                        <a16:creationId xmlns:a16="http://schemas.microsoft.com/office/drawing/2014/main" id="{8691DFBF-DB80-BE28-744A-2AA3E61F73A0}"/>
                      </a:ext>
                    </a:extLst>
                  </p:cNvPr>
                  <p:cNvSpPr/>
                  <p:nvPr/>
                </p:nvSpPr>
                <p:spPr>
                  <a:xfrm>
                    <a:off x="8100726" y="782458"/>
                    <a:ext cx="2856814" cy="984316"/>
                  </a:xfrm>
                  <a:custGeom>
                    <a:avLst/>
                    <a:gdLst>
                      <a:gd name="csX0" fmla="*/ 1350244 w 2730350"/>
                      <a:gd name="csY0" fmla="*/ 308679 h 984316"/>
                      <a:gd name="csX1" fmla="*/ 1347166 w 2730350"/>
                      <a:gd name="csY1" fmla="*/ 350978 h 984316"/>
                      <a:gd name="csX2" fmla="*/ 1274417 w 2730350"/>
                      <a:gd name="csY2" fmla="*/ 631652 h 984316"/>
                      <a:gd name="csX3" fmla="*/ 1254113 w 2730350"/>
                      <a:gd name="csY3" fmla="*/ 684429 h 984316"/>
                      <a:gd name="csX4" fmla="*/ 1351037 w 2730350"/>
                      <a:gd name="csY4" fmla="*/ 800795 h 984316"/>
                      <a:gd name="csX5" fmla="*/ 1352175 w 2730350"/>
                      <a:gd name="csY5" fmla="*/ 802437 h 984316"/>
                      <a:gd name="csX6" fmla="*/ 1412378 w 2730350"/>
                      <a:gd name="csY6" fmla="*/ 662019 h 984316"/>
                      <a:gd name="csX7" fmla="*/ 1524272 w 2730350"/>
                      <a:gd name="csY7" fmla="*/ 460987 h 984316"/>
                      <a:gd name="csX8" fmla="*/ 1569898 w 2730350"/>
                      <a:gd name="csY8" fmla="*/ 401085 h 984316"/>
                      <a:gd name="csX9" fmla="*/ 1462858 w 2730350"/>
                      <a:gd name="csY9" fmla="*/ 356833 h 984316"/>
                      <a:gd name="csX10" fmla="*/ 919018 w 2730350"/>
                      <a:gd name="csY10" fmla="*/ 99160 h 984316"/>
                      <a:gd name="csX11" fmla="*/ 911608 w 2730350"/>
                      <a:gd name="csY11" fmla="*/ 181007 h 984316"/>
                      <a:gd name="csX12" fmla="*/ 958935 w 2730350"/>
                      <a:gd name="csY12" fmla="*/ 238625 h 984316"/>
                      <a:gd name="csX13" fmla="*/ 984677 w 2730350"/>
                      <a:gd name="csY13" fmla="*/ 280212 h 984316"/>
                      <a:gd name="csX14" fmla="*/ 986904 w 2730350"/>
                      <a:gd name="csY14" fmla="*/ 260984 h 984316"/>
                      <a:gd name="csX15" fmla="*/ 1011715 w 2730350"/>
                      <a:gd name="csY15" fmla="*/ 158007 h 984316"/>
                      <a:gd name="csX16" fmla="*/ 1014536 w 2730350"/>
                      <a:gd name="csY16" fmla="*/ 152310 h 984316"/>
                      <a:gd name="csX17" fmla="*/ 956076 w 2730350"/>
                      <a:gd name="csY17" fmla="*/ 121517 h 984316"/>
                      <a:gd name="csX18" fmla="*/ 0 w 2730350"/>
                      <a:gd name="csY18" fmla="*/ 0 h 984316"/>
                      <a:gd name="csX19" fmla="*/ 21168 w 2730350"/>
                      <a:gd name="csY19" fmla="*/ 0 h 984316"/>
                      <a:gd name="csX20" fmla="*/ 150188 w 2730350"/>
                      <a:gd name="csY20" fmla="*/ 80052 h 984316"/>
                      <a:gd name="csX21" fmla="*/ 480521 w 2730350"/>
                      <a:gd name="csY21" fmla="*/ 529126 h 984316"/>
                      <a:gd name="csX22" fmla="*/ 486796 w 2730350"/>
                      <a:gd name="csY22" fmla="*/ 536980 h 984316"/>
                      <a:gd name="csX23" fmla="*/ 544576 w 2730350"/>
                      <a:gd name="csY23" fmla="*/ 382149 h 984316"/>
                      <a:gd name="csX24" fmla="*/ 620581 w 2730350"/>
                      <a:gd name="csY24" fmla="*/ 237831 h 984316"/>
                      <a:gd name="csX25" fmla="*/ 552605 w 2730350"/>
                      <a:gd name="csY25" fmla="*/ 104260 h 984316"/>
                      <a:gd name="csX26" fmla="*/ 517749 w 2730350"/>
                      <a:gd name="csY26" fmla="*/ 0 h 984316"/>
                      <a:gd name="csX27" fmla="*/ 667507 w 2730350"/>
                      <a:gd name="csY27" fmla="*/ 0 h 984316"/>
                      <a:gd name="csX28" fmla="*/ 745534 w 2730350"/>
                      <a:gd name="csY28" fmla="*/ 48413 h 984316"/>
                      <a:gd name="csX29" fmla="*/ 778575 w 2730350"/>
                      <a:gd name="csY29" fmla="*/ 1695 h 984316"/>
                      <a:gd name="csX30" fmla="*/ 780182 w 2730350"/>
                      <a:gd name="csY30" fmla="*/ 0 h 984316"/>
                      <a:gd name="csX31" fmla="*/ 1527831 w 2730350"/>
                      <a:gd name="csY31" fmla="*/ 0 h 984316"/>
                      <a:gd name="csX32" fmla="*/ 1613189 w 2730350"/>
                      <a:gd name="csY32" fmla="*/ 47001 h 984316"/>
                      <a:gd name="csX33" fmla="*/ 1792412 w 2730350"/>
                      <a:gd name="csY33" fmla="*/ 156590 h 984316"/>
                      <a:gd name="csX34" fmla="*/ 1852882 w 2730350"/>
                      <a:gd name="csY34" fmla="*/ 100581 h 984316"/>
                      <a:gd name="csX35" fmla="*/ 1961040 w 2730350"/>
                      <a:gd name="csY35" fmla="*/ 26002 h 984316"/>
                      <a:gd name="csX36" fmla="*/ 2008293 w 2730350"/>
                      <a:gd name="csY36" fmla="*/ 0 h 984316"/>
                      <a:gd name="csX37" fmla="*/ 2068907 w 2730350"/>
                      <a:gd name="csY37" fmla="*/ 0 h 984316"/>
                      <a:gd name="csX38" fmla="*/ 1993508 w 2730350"/>
                      <a:gd name="csY38" fmla="*/ 248935 h 984316"/>
                      <a:gd name="csX39" fmla="*/ 1999247 w 2730350"/>
                      <a:gd name="csY39" fmla="*/ 291325 h 984316"/>
                      <a:gd name="csX40" fmla="*/ 2035548 w 2730350"/>
                      <a:gd name="csY40" fmla="*/ 315276 h 984316"/>
                      <a:gd name="csX41" fmla="*/ 2223343 w 2730350"/>
                      <a:gd name="csY41" fmla="*/ 447324 h 984316"/>
                      <a:gd name="csX42" fmla="*/ 2299532 w 2730350"/>
                      <a:gd name="csY42" fmla="*/ 504432 h 984316"/>
                      <a:gd name="csX43" fmla="*/ 2346930 w 2730350"/>
                      <a:gd name="csY43" fmla="*/ 382148 h 984316"/>
                      <a:gd name="csX44" fmla="*/ 2511153 w 2730350"/>
                      <a:gd name="csY44" fmla="*/ 93547 h 984316"/>
                      <a:gd name="csX45" fmla="*/ 2584910 w 2730350"/>
                      <a:gd name="csY45" fmla="*/ 0 h 984316"/>
                      <a:gd name="csX46" fmla="*/ 2730350 w 2730350"/>
                      <a:gd name="csY46" fmla="*/ 0 h 984316"/>
                      <a:gd name="csX47" fmla="*/ 2711329 w 2730350"/>
                      <a:gd name="csY47" fmla="*/ 210092 h 984316"/>
                      <a:gd name="csX48" fmla="*/ 2528959 w 2730350"/>
                      <a:gd name="csY48" fmla="*/ 606326 h 984316"/>
                      <a:gd name="csX49" fmla="*/ 2496502 w 2730350"/>
                      <a:gd name="csY49" fmla="*/ 660191 h 984316"/>
                      <a:gd name="csX50" fmla="*/ 2529811 w 2730350"/>
                      <a:gd name="csY50" fmla="*/ 690799 h 984316"/>
                      <a:gd name="csX51" fmla="*/ 2551338 w 2730350"/>
                      <a:gd name="csY51" fmla="*/ 714598 h 984316"/>
                      <a:gd name="csX52" fmla="*/ 2507292 w 2730350"/>
                      <a:gd name="csY52" fmla="*/ 739336 h 984316"/>
                      <a:gd name="csX53" fmla="*/ 2456217 w 2730350"/>
                      <a:gd name="csY53" fmla="*/ 727612 h 984316"/>
                      <a:gd name="csX54" fmla="*/ 2380665 w 2730350"/>
                      <a:gd name="csY54" fmla="*/ 902154 h 984316"/>
                      <a:gd name="csX55" fmla="*/ 2346415 w 2730350"/>
                      <a:gd name="csY55" fmla="*/ 984316 h 984316"/>
                      <a:gd name="csX56" fmla="*/ 2178537 w 2730350"/>
                      <a:gd name="csY56" fmla="*/ 984316 h 984316"/>
                      <a:gd name="csX57" fmla="*/ 2215018 w 2730350"/>
                      <a:gd name="csY57" fmla="*/ 777922 h 984316"/>
                      <a:gd name="csX58" fmla="*/ 2247009 w 2730350"/>
                      <a:gd name="csY58" fmla="*/ 663218 h 984316"/>
                      <a:gd name="csX59" fmla="*/ 2159571 w 2730350"/>
                      <a:gd name="csY59" fmla="*/ 632602 h 984316"/>
                      <a:gd name="csX60" fmla="*/ 1995707 w 2730350"/>
                      <a:gd name="csY60" fmla="*/ 571245 h 984316"/>
                      <a:gd name="csX61" fmla="*/ 1937081 w 2730350"/>
                      <a:gd name="csY61" fmla="*/ 548328 h 984316"/>
                      <a:gd name="csX62" fmla="*/ 1907097 w 2730350"/>
                      <a:gd name="csY62" fmla="*/ 582433 h 984316"/>
                      <a:gd name="csX63" fmla="*/ 1860987 w 2730350"/>
                      <a:gd name="csY63" fmla="*/ 646954 h 984316"/>
                      <a:gd name="csX64" fmla="*/ 1670583 w 2730350"/>
                      <a:gd name="csY64" fmla="*/ 980188 h 984316"/>
                      <a:gd name="csX65" fmla="*/ 1644941 w 2730350"/>
                      <a:gd name="csY65" fmla="*/ 757644 h 984316"/>
                      <a:gd name="csX66" fmla="*/ 1646110 w 2730350"/>
                      <a:gd name="csY66" fmla="*/ 686773 h 984316"/>
                      <a:gd name="csX67" fmla="*/ 1546180 w 2730350"/>
                      <a:gd name="csY67" fmla="*/ 818880 h 984316"/>
                      <a:gd name="csX68" fmla="*/ 1455607 w 2730350"/>
                      <a:gd name="csY68" fmla="*/ 940973 h 984316"/>
                      <a:gd name="csX69" fmla="*/ 1449398 w 2730350"/>
                      <a:gd name="csY69" fmla="*/ 947859 h 984316"/>
                      <a:gd name="csX70" fmla="*/ 1468211 w 2730350"/>
                      <a:gd name="csY70" fmla="*/ 984316 h 984316"/>
                      <a:gd name="csX71" fmla="*/ 1287305 w 2730350"/>
                      <a:gd name="csY71" fmla="*/ 984316 h 984316"/>
                      <a:gd name="csX72" fmla="*/ 1287796 w 2730350"/>
                      <a:gd name="csY72" fmla="*/ 982622 h 984316"/>
                      <a:gd name="csX73" fmla="*/ 1300983 w 2730350"/>
                      <a:gd name="csY73" fmla="*/ 944668 h 984316"/>
                      <a:gd name="csX74" fmla="*/ 1209214 w 2730350"/>
                      <a:gd name="csY74" fmla="*/ 882782 h 984316"/>
                      <a:gd name="csX75" fmla="*/ 1180250 w 2730350"/>
                      <a:gd name="csY75" fmla="*/ 860323 h 984316"/>
                      <a:gd name="csX76" fmla="*/ 1174797 w 2730350"/>
                      <a:gd name="csY76" fmla="*/ 872583 h 984316"/>
                      <a:gd name="csX77" fmla="*/ 1137263 w 2730350"/>
                      <a:gd name="csY77" fmla="*/ 947798 h 984316"/>
                      <a:gd name="csX78" fmla="*/ 1116957 w 2730350"/>
                      <a:gd name="csY78" fmla="*/ 984316 h 984316"/>
                      <a:gd name="csX79" fmla="*/ 991080 w 2730350"/>
                      <a:gd name="csY79" fmla="*/ 984316 h 984316"/>
                      <a:gd name="csX80" fmla="*/ 989294 w 2730350"/>
                      <a:gd name="csY80" fmla="*/ 974462 h 984316"/>
                      <a:gd name="csX81" fmla="*/ 974053 w 2730350"/>
                      <a:gd name="csY81" fmla="*/ 788077 h 984316"/>
                      <a:gd name="csX82" fmla="*/ 972185 w 2730350"/>
                      <a:gd name="csY82" fmla="*/ 686665 h 984316"/>
                      <a:gd name="csX83" fmla="*/ 911261 w 2730350"/>
                      <a:gd name="csY83" fmla="*/ 630680 h 984316"/>
                      <a:gd name="csX84" fmla="*/ 797655 w 2730350"/>
                      <a:gd name="csY84" fmla="*/ 502733 h 984316"/>
                      <a:gd name="csX85" fmla="*/ 726606 w 2730350"/>
                      <a:gd name="csY85" fmla="*/ 606327 h 984316"/>
                      <a:gd name="csX86" fmla="*/ 654735 w 2730350"/>
                      <a:gd name="csY86" fmla="*/ 725599 h 984316"/>
                      <a:gd name="csX87" fmla="*/ 650403 w 2730350"/>
                      <a:gd name="csY87" fmla="*/ 735608 h 984316"/>
                      <a:gd name="csX88" fmla="*/ 704699 w 2730350"/>
                      <a:gd name="csY88" fmla="*/ 800795 h 984316"/>
                      <a:gd name="csX89" fmla="*/ 792644 w 2730350"/>
                      <a:gd name="csY89" fmla="*/ 927676 h 984316"/>
                      <a:gd name="csX90" fmla="*/ 821872 w 2730350"/>
                      <a:gd name="csY90" fmla="*/ 984316 h 984316"/>
                      <a:gd name="csX91" fmla="*/ 713485 w 2730350"/>
                      <a:gd name="csY91" fmla="*/ 984316 h 984316"/>
                      <a:gd name="csX92" fmla="*/ 713034 w 2730350"/>
                      <a:gd name="csY92" fmla="*/ 984043 h 984316"/>
                      <a:gd name="csX93" fmla="*/ 581315 w 2730350"/>
                      <a:gd name="csY93" fmla="*/ 895217 h 984316"/>
                      <a:gd name="csX94" fmla="*/ 578311 w 2730350"/>
                      <a:gd name="csY94" fmla="*/ 902155 h 984316"/>
                      <a:gd name="csX95" fmla="*/ 544061 w 2730350"/>
                      <a:gd name="csY95" fmla="*/ 984316 h 984316"/>
                      <a:gd name="csX96" fmla="*/ 375532 w 2730350"/>
                      <a:gd name="csY96" fmla="*/ 984316 h 984316"/>
                      <a:gd name="csX97" fmla="*/ 391983 w 2730350"/>
                      <a:gd name="csY97" fmla="*/ 875351 h 984316"/>
                      <a:gd name="csX98" fmla="*/ 417740 w 2730350"/>
                      <a:gd name="csY98" fmla="*/ 770239 h 984316"/>
                      <a:gd name="csX99" fmla="*/ 411675 w 2730350"/>
                      <a:gd name="csY99" fmla="*/ 765535 h 984316"/>
                      <a:gd name="csX100" fmla="*/ 65147 w 2730350"/>
                      <a:gd name="csY100" fmla="*/ 391838 h 984316"/>
                      <a:gd name="csX101" fmla="*/ 0 w 2730350"/>
                      <a:gd name="csY101" fmla="*/ 289394 h 9843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</a:cxnLst>
                    <a:rect l="l" t="t" r="r" b="b"/>
                    <a:pathLst>
                      <a:path w="2730350" h="984316">
                        <a:moveTo>
                          <a:pt x="1350244" y="308679"/>
                        </a:moveTo>
                        <a:lnTo>
                          <a:pt x="1347166" y="350978"/>
                        </a:lnTo>
                        <a:cubicBezTo>
                          <a:pt x="1335631" y="437154"/>
                          <a:pt x="1308324" y="535520"/>
                          <a:pt x="1274417" y="631652"/>
                        </a:cubicBezTo>
                        <a:lnTo>
                          <a:pt x="1254113" y="684429"/>
                        </a:lnTo>
                        <a:lnTo>
                          <a:pt x="1351037" y="800795"/>
                        </a:lnTo>
                        <a:lnTo>
                          <a:pt x="1352175" y="802437"/>
                        </a:lnTo>
                        <a:lnTo>
                          <a:pt x="1412378" y="662019"/>
                        </a:lnTo>
                        <a:cubicBezTo>
                          <a:pt x="1444805" y="594258"/>
                          <a:pt x="1481785" y="526726"/>
                          <a:pt x="1524272" y="460987"/>
                        </a:cubicBezTo>
                        <a:lnTo>
                          <a:pt x="1569898" y="401085"/>
                        </a:lnTo>
                        <a:lnTo>
                          <a:pt x="1462858" y="356833"/>
                        </a:lnTo>
                        <a:close/>
                        <a:moveTo>
                          <a:pt x="919018" y="99160"/>
                        </a:moveTo>
                        <a:lnTo>
                          <a:pt x="911608" y="181007"/>
                        </a:lnTo>
                        <a:lnTo>
                          <a:pt x="958935" y="238625"/>
                        </a:lnTo>
                        <a:lnTo>
                          <a:pt x="984677" y="280212"/>
                        </a:lnTo>
                        <a:lnTo>
                          <a:pt x="986904" y="260984"/>
                        </a:lnTo>
                        <a:cubicBezTo>
                          <a:pt x="993027" y="219782"/>
                          <a:pt x="1001143" y="185409"/>
                          <a:pt x="1011715" y="158007"/>
                        </a:cubicBezTo>
                        <a:lnTo>
                          <a:pt x="1014536" y="152310"/>
                        </a:lnTo>
                        <a:lnTo>
                          <a:pt x="956076" y="121517"/>
                        </a:lnTo>
                        <a:close/>
                        <a:moveTo>
                          <a:pt x="0" y="0"/>
                        </a:moveTo>
                        <a:lnTo>
                          <a:pt x="21168" y="0"/>
                        </a:lnTo>
                        <a:lnTo>
                          <a:pt x="150188" y="80052"/>
                        </a:lnTo>
                        <a:cubicBezTo>
                          <a:pt x="347985" y="207375"/>
                          <a:pt x="370411" y="379435"/>
                          <a:pt x="480521" y="529126"/>
                        </a:cubicBezTo>
                        <a:lnTo>
                          <a:pt x="486796" y="536980"/>
                        </a:lnTo>
                        <a:lnTo>
                          <a:pt x="544576" y="382149"/>
                        </a:lnTo>
                        <a:lnTo>
                          <a:pt x="620581" y="237831"/>
                        </a:lnTo>
                        <a:lnTo>
                          <a:pt x="552605" y="104260"/>
                        </a:lnTo>
                        <a:lnTo>
                          <a:pt x="517749" y="0"/>
                        </a:lnTo>
                        <a:lnTo>
                          <a:pt x="667507" y="0"/>
                        </a:lnTo>
                        <a:lnTo>
                          <a:pt x="745534" y="48413"/>
                        </a:lnTo>
                        <a:lnTo>
                          <a:pt x="778575" y="1695"/>
                        </a:lnTo>
                        <a:lnTo>
                          <a:pt x="780182" y="0"/>
                        </a:lnTo>
                        <a:lnTo>
                          <a:pt x="1527831" y="0"/>
                        </a:lnTo>
                        <a:lnTo>
                          <a:pt x="1613189" y="47001"/>
                        </a:lnTo>
                        <a:lnTo>
                          <a:pt x="1792412" y="156590"/>
                        </a:lnTo>
                        <a:lnTo>
                          <a:pt x="1852882" y="100581"/>
                        </a:lnTo>
                        <a:cubicBezTo>
                          <a:pt x="1887042" y="74426"/>
                          <a:pt x="1923055" y="49501"/>
                          <a:pt x="1961040" y="26002"/>
                        </a:cubicBezTo>
                        <a:lnTo>
                          <a:pt x="2008293" y="0"/>
                        </a:lnTo>
                        <a:lnTo>
                          <a:pt x="2068907" y="0"/>
                        </a:lnTo>
                        <a:lnTo>
                          <a:pt x="1993508" y="248935"/>
                        </a:lnTo>
                        <a:lnTo>
                          <a:pt x="1999247" y="291325"/>
                        </a:lnTo>
                        <a:lnTo>
                          <a:pt x="2035548" y="315276"/>
                        </a:lnTo>
                        <a:cubicBezTo>
                          <a:pt x="2102058" y="360640"/>
                          <a:pt x="2165313" y="405214"/>
                          <a:pt x="2223343" y="447324"/>
                        </a:cubicBezTo>
                        <a:lnTo>
                          <a:pt x="2299532" y="504432"/>
                        </a:lnTo>
                        <a:lnTo>
                          <a:pt x="2346930" y="382148"/>
                        </a:lnTo>
                        <a:cubicBezTo>
                          <a:pt x="2391370" y="283730"/>
                          <a:pt x="2445380" y="186748"/>
                          <a:pt x="2511153" y="93547"/>
                        </a:cubicBezTo>
                        <a:lnTo>
                          <a:pt x="2584910" y="0"/>
                        </a:lnTo>
                        <a:lnTo>
                          <a:pt x="2730350" y="0"/>
                        </a:lnTo>
                        <a:lnTo>
                          <a:pt x="2711329" y="210092"/>
                        </a:lnTo>
                        <a:cubicBezTo>
                          <a:pt x="2692091" y="390194"/>
                          <a:pt x="2606370" y="493458"/>
                          <a:pt x="2528959" y="606326"/>
                        </a:cubicBezTo>
                        <a:lnTo>
                          <a:pt x="2496502" y="660191"/>
                        </a:lnTo>
                        <a:lnTo>
                          <a:pt x="2529811" y="690799"/>
                        </a:lnTo>
                        <a:cubicBezTo>
                          <a:pt x="2539606" y="700464"/>
                          <a:pt x="2546864" y="708466"/>
                          <a:pt x="2551338" y="714598"/>
                        </a:cubicBezTo>
                        <a:cubicBezTo>
                          <a:pt x="2569234" y="739124"/>
                          <a:pt x="2551535" y="745972"/>
                          <a:pt x="2507292" y="739336"/>
                        </a:cubicBezTo>
                        <a:lnTo>
                          <a:pt x="2456217" y="727612"/>
                        </a:lnTo>
                        <a:lnTo>
                          <a:pt x="2380665" y="902154"/>
                        </a:lnTo>
                        <a:lnTo>
                          <a:pt x="2346415" y="984316"/>
                        </a:lnTo>
                        <a:lnTo>
                          <a:pt x="2178537" y="984316"/>
                        </a:lnTo>
                        <a:lnTo>
                          <a:pt x="2215018" y="777922"/>
                        </a:lnTo>
                        <a:lnTo>
                          <a:pt x="2247009" y="663218"/>
                        </a:lnTo>
                        <a:lnTo>
                          <a:pt x="2159571" y="632602"/>
                        </a:lnTo>
                        <a:cubicBezTo>
                          <a:pt x="2107814" y="613774"/>
                          <a:pt x="2052816" y="593147"/>
                          <a:pt x="1995707" y="571245"/>
                        </a:cubicBezTo>
                        <a:lnTo>
                          <a:pt x="1937081" y="548328"/>
                        </a:lnTo>
                        <a:lnTo>
                          <a:pt x="1907097" y="582433"/>
                        </a:lnTo>
                        <a:cubicBezTo>
                          <a:pt x="1889667" y="602258"/>
                          <a:pt x="1873268" y="622925"/>
                          <a:pt x="1860987" y="646954"/>
                        </a:cubicBezTo>
                        <a:cubicBezTo>
                          <a:pt x="1795860" y="787661"/>
                          <a:pt x="1788356" y="902847"/>
                          <a:pt x="1670583" y="980188"/>
                        </a:cubicBezTo>
                        <a:cubicBezTo>
                          <a:pt x="1658334" y="911136"/>
                          <a:pt x="1647879" y="835473"/>
                          <a:pt x="1644941" y="757644"/>
                        </a:cubicBezTo>
                        <a:lnTo>
                          <a:pt x="1646110" y="686773"/>
                        </a:lnTo>
                        <a:lnTo>
                          <a:pt x="1546180" y="818880"/>
                        </a:lnTo>
                        <a:cubicBezTo>
                          <a:pt x="1514813" y="862125"/>
                          <a:pt x="1485571" y="902954"/>
                          <a:pt x="1455607" y="940973"/>
                        </a:cubicBezTo>
                        <a:lnTo>
                          <a:pt x="1449398" y="947859"/>
                        </a:lnTo>
                        <a:lnTo>
                          <a:pt x="1468211" y="984316"/>
                        </a:lnTo>
                        <a:lnTo>
                          <a:pt x="1287305" y="984316"/>
                        </a:lnTo>
                        <a:lnTo>
                          <a:pt x="1287796" y="982622"/>
                        </a:lnTo>
                        <a:lnTo>
                          <a:pt x="1300983" y="944668"/>
                        </a:lnTo>
                        <a:lnTo>
                          <a:pt x="1209214" y="882782"/>
                        </a:lnTo>
                        <a:lnTo>
                          <a:pt x="1180250" y="860323"/>
                        </a:lnTo>
                        <a:lnTo>
                          <a:pt x="1174797" y="872583"/>
                        </a:lnTo>
                        <a:cubicBezTo>
                          <a:pt x="1162000" y="899506"/>
                          <a:pt x="1149375" y="924755"/>
                          <a:pt x="1137263" y="947798"/>
                        </a:cubicBezTo>
                        <a:lnTo>
                          <a:pt x="1116957" y="984316"/>
                        </a:lnTo>
                        <a:lnTo>
                          <a:pt x="991080" y="984316"/>
                        </a:lnTo>
                        <a:lnTo>
                          <a:pt x="989294" y="974462"/>
                        </a:lnTo>
                        <a:cubicBezTo>
                          <a:pt x="981838" y="923566"/>
                          <a:pt x="976977" y="859000"/>
                          <a:pt x="974053" y="788077"/>
                        </a:cubicBezTo>
                        <a:lnTo>
                          <a:pt x="972185" y="686665"/>
                        </a:lnTo>
                        <a:lnTo>
                          <a:pt x="911261" y="630680"/>
                        </a:lnTo>
                        <a:lnTo>
                          <a:pt x="797655" y="502733"/>
                        </a:lnTo>
                        <a:lnTo>
                          <a:pt x="726606" y="606327"/>
                        </a:lnTo>
                        <a:cubicBezTo>
                          <a:pt x="700802" y="643950"/>
                          <a:pt x="675922" y="682640"/>
                          <a:pt x="654735" y="725599"/>
                        </a:cubicBezTo>
                        <a:lnTo>
                          <a:pt x="650403" y="735608"/>
                        </a:lnTo>
                        <a:lnTo>
                          <a:pt x="704699" y="800795"/>
                        </a:lnTo>
                        <a:cubicBezTo>
                          <a:pt x="737350" y="842221"/>
                          <a:pt x="766991" y="883583"/>
                          <a:pt x="792644" y="927676"/>
                        </a:cubicBezTo>
                        <a:lnTo>
                          <a:pt x="821872" y="984316"/>
                        </a:lnTo>
                        <a:lnTo>
                          <a:pt x="713485" y="984316"/>
                        </a:lnTo>
                        <a:lnTo>
                          <a:pt x="713034" y="984043"/>
                        </a:lnTo>
                        <a:lnTo>
                          <a:pt x="581315" y="895217"/>
                        </a:lnTo>
                        <a:lnTo>
                          <a:pt x="578311" y="902155"/>
                        </a:lnTo>
                        <a:lnTo>
                          <a:pt x="544061" y="984316"/>
                        </a:lnTo>
                        <a:lnTo>
                          <a:pt x="375532" y="984316"/>
                        </a:lnTo>
                        <a:lnTo>
                          <a:pt x="391983" y="875351"/>
                        </a:lnTo>
                        <a:lnTo>
                          <a:pt x="417740" y="770239"/>
                        </a:lnTo>
                        <a:lnTo>
                          <a:pt x="411675" y="765535"/>
                        </a:lnTo>
                        <a:cubicBezTo>
                          <a:pt x="286765" y="660718"/>
                          <a:pt x="166490" y="537560"/>
                          <a:pt x="65147" y="391838"/>
                        </a:cubicBezTo>
                        <a:lnTo>
                          <a:pt x="0" y="289394"/>
                        </a:lnTo>
                        <a:close/>
                      </a:path>
                    </a:pathLst>
                  </a:custGeom>
                  <a:solidFill>
                    <a:srgbClr val="D51506">
                      <a:alpha val="45098"/>
                    </a:srgbClr>
                  </a:solidFill>
                  <a:ln>
                    <a:solidFill>
                      <a:srgbClr val="D515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 sz="1400" dirty="0"/>
                  </a:p>
                </p:txBody>
              </p:sp>
            </p:grpSp>
            <p:grpSp>
              <p:nvGrpSpPr>
                <p:cNvPr id="62" name="グループ化 61">
                  <a:extLst>
                    <a:ext uri="{FF2B5EF4-FFF2-40B4-BE49-F238E27FC236}">
                      <a16:creationId xmlns:a16="http://schemas.microsoft.com/office/drawing/2014/main" id="{319AD91E-A836-D2EF-8643-CF272307B578}"/>
                    </a:ext>
                  </a:extLst>
                </p:cNvPr>
                <p:cNvGrpSpPr/>
                <p:nvPr/>
              </p:nvGrpSpPr>
              <p:grpSpPr>
                <a:xfrm>
                  <a:off x="11809573" y="6972991"/>
                  <a:ext cx="3047113" cy="1645350"/>
                  <a:chOff x="-2" y="792309"/>
                  <a:chExt cx="4142576" cy="2236867"/>
                </a:xfrm>
              </p:grpSpPr>
              <p:pic>
                <p:nvPicPr>
                  <p:cNvPr id="107" name="Picture 44" descr="OWG_side2">
                    <a:extLst>
                      <a:ext uri="{FF2B5EF4-FFF2-40B4-BE49-F238E27FC236}">
                        <a16:creationId xmlns:a16="http://schemas.microsoft.com/office/drawing/2014/main" id="{626A8ED2-DA67-2EEF-FA36-FD8F5973D2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2523"/>
                  <a:stretch>
                    <a:fillRect/>
                  </a:stretch>
                </p:blipFill>
                <p:spPr bwMode="auto">
                  <a:xfrm>
                    <a:off x="18590" y="792309"/>
                    <a:ext cx="3849029" cy="22368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08" name="テキスト ボックス 107">
                    <a:extLst>
                      <a:ext uri="{FF2B5EF4-FFF2-40B4-BE49-F238E27FC236}">
                        <a16:creationId xmlns:a16="http://schemas.microsoft.com/office/drawing/2014/main" id="{81CF7802-EF17-55DC-BA9D-FB129B2B9EDE}"/>
                      </a:ext>
                    </a:extLst>
                  </p:cNvPr>
                  <p:cNvSpPr txBox="1"/>
                  <p:nvPr/>
                </p:nvSpPr>
                <p:spPr>
                  <a:xfrm>
                    <a:off x="1963639" y="1134929"/>
                    <a:ext cx="1930846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Counter</a:t>
                    </a:r>
                    <a:r>
                      <a:rPr lang="ja-JP" altLang="en-US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Electrode</a:t>
                    </a:r>
                    <a:endPara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9" name="テキスト ボックス 108">
                    <a:extLst>
                      <a:ext uri="{FF2B5EF4-FFF2-40B4-BE49-F238E27FC236}">
                        <a16:creationId xmlns:a16="http://schemas.microsoft.com/office/drawing/2014/main" id="{58FCFD8E-EF69-D4C7-CD4D-613D416B188E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1318225"/>
                    <a:ext cx="2456103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Ref. Electrode</a:t>
                    </a:r>
                    <a:endPara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0" name="テキスト ボックス 109">
                    <a:extLst>
                      <a:ext uri="{FF2B5EF4-FFF2-40B4-BE49-F238E27FC236}">
                        <a16:creationId xmlns:a16="http://schemas.microsoft.com/office/drawing/2014/main" id="{FCCC5530-7EC5-C98C-0EAD-679FD133DCD5}"/>
                      </a:ext>
                    </a:extLst>
                  </p:cNvPr>
                  <p:cNvSpPr txBox="1"/>
                  <p:nvPr/>
                </p:nvSpPr>
                <p:spPr>
                  <a:xfrm>
                    <a:off x="2019511" y="1467108"/>
                    <a:ext cx="1874974" cy="5854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Working </a:t>
                    </a:r>
                  </a:p>
                  <a:p>
                    <a:pPr algn="r"/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Electrode</a:t>
                    </a:r>
                    <a:r>
                      <a:rPr lang="ja-JP" altLang="en-US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(IrO</a:t>
                    </a:r>
                    <a:r>
                      <a:rPr lang="en-US" altLang="ja-JP" sz="800" b="1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  <a:endPara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1" name="テキスト ボックス 110">
                    <a:extLst>
                      <a:ext uri="{FF2B5EF4-FFF2-40B4-BE49-F238E27FC236}">
                        <a16:creationId xmlns:a16="http://schemas.microsoft.com/office/drawing/2014/main" id="{69702928-AFDD-30F2-409E-937D004F8B11}"/>
                      </a:ext>
                    </a:extLst>
                  </p:cNvPr>
                  <p:cNvSpPr txBox="1"/>
                  <p:nvPr/>
                </p:nvSpPr>
                <p:spPr>
                  <a:xfrm>
                    <a:off x="-2" y="1615606"/>
                    <a:ext cx="1777652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Quartz Prism</a:t>
                    </a:r>
                    <a:endPara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12" name="直線矢印コネクタ 111">
                    <a:extLst>
                      <a:ext uri="{FF2B5EF4-FFF2-40B4-BE49-F238E27FC236}">
                        <a16:creationId xmlns:a16="http://schemas.microsoft.com/office/drawing/2014/main" id="{8E82C998-18F0-F2DE-26F3-C6A6B4555D18}"/>
                      </a:ext>
                    </a:extLst>
                  </p:cNvPr>
                  <p:cNvCxnSpPr/>
                  <p:nvPr/>
                </p:nvCxnSpPr>
                <p:spPr>
                  <a:xfrm>
                    <a:off x="1334151" y="1602502"/>
                    <a:ext cx="412434" cy="436915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直線矢印コネクタ 112">
                    <a:extLst>
                      <a:ext uri="{FF2B5EF4-FFF2-40B4-BE49-F238E27FC236}">
                        <a16:creationId xmlns:a16="http://schemas.microsoft.com/office/drawing/2014/main" id="{E08A3C3F-BB4C-6A6A-5BE6-01E946B898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7282" y="1462446"/>
                    <a:ext cx="678452" cy="650798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直線矢印コネクタ 113">
                    <a:extLst>
                      <a:ext uri="{FF2B5EF4-FFF2-40B4-BE49-F238E27FC236}">
                        <a16:creationId xmlns:a16="http://schemas.microsoft.com/office/drawing/2014/main" id="{DBF50F39-09C3-50B0-D9EA-8D3A5BCA1E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22502" y="1963236"/>
                    <a:ext cx="366162" cy="35458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直線矢印コネクタ 114">
                    <a:extLst>
                      <a:ext uri="{FF2B5EF4-FFF2-40B4-BE49-F238E27FC236}">
                        <a16:creationId xmlns:a16="http://schemas.microsoft.com/office/drawing/2014/main" id="{E82A754A-9B67-C571-0FC0-9831F2029F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9977" y="1878293"/>
                    <a:ext cx="0" cy="44458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6" name="グループ化 115">
                    <a:extLst>
                      <a:ext uri="{FF2B5EF4-FFF2-40B4-BE49-F238E27FC236}">
                        <a16:creationId xmlns:a16="http://schemas.microsoft.com/office/drawing/2014/main" id="{E02F2D1A-E6D8-8528-7E10-4DA41C3A04BF}"/>
                      </a:ext>
                    </a:extLst>
                  </p:cNvPr>
                  <p:cNvGrpSpPr/>
                  <p:nvPr/>
                </p:nvGrpSpPr>
                <p:grpSpPr>
                  <a:xfrm>
                    <a:off x="612369" y="2187583"/>
                    <a:ext cx="2645313" cy="212778"/>
                    <a:chOff x="7051089" y="3214633"/>
                    <a:chExt cx="2645313" cy="212778"/>
                  </a:xfrm>
                  <a:solidFill>
                    <a:srgbClr val="FFFF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</a:effectLst>
                </p:grpSpPr>
                <p:grpSp>
                  <p:nvGrpSpPr>
                    <p:cNvPr id="119" name="グループ化 118">
                      <a:extLst>
                        <a:ext uri="{FF2B5EF4-FFF2-40B4-BE49-F238E27FC236}">
                          <a16:creationId xmlns:a16="http://schemas.microsoft.com/office/drawing/2014/main" id="{713E26EF-544D-9CB6-96C2-6BC9D7712E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51089" y="3247593"/>
                      <a:ext cx="409380" cy="179818"/>
                      <a:chOff x="-1862643" y="645818"/>
                      <a:chExt cx="1336209" cy="1045698"/>
                    </a:xfrm>
                    <a:grpFill/>
                  </p:grpSpPr>
                  <p:cxnSp>
                    <p:nvCxnSpPr>
                      <p:cNvPr id="155" name="直線コネクタ 154">
                        <a:extLst>
                          <a:ext uri="{FF2B5EF4-FFF2-40B4-BE49-F238E27FC236}">
                            <a16:creationId xmlns:a16="http://schemas.microsoft.com/office/drawing/2014/main" id="{4748FF55-E40F-89DF-268F-42557EB4643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862643" y="645818"/>
                        <a:ext cx="1045701" cy="1045698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6" name="直線コネクタ 155">
                        <a:extLst>
                          <a:ext uri="{FF2B5EF4-FFF2-40B4-BE49-F238E27FC236}">
                            <a16:creationId xmlns:a16="http://schemas.microsoft.com/office/drawing/2014/main" id="{80EE9EAB-2E50-9D04-D6A1-0D3F93E3F9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0" name="グループ化 119">
                      <a:extLst>
                        <a:ext uri="{FF2B5EF4-FFF2-40B4-BE49-F238E27FC236}">
                          <a16:creationId xmlns:a16="http://schemas.microsoft.com/office/drawing/2014/main" id="{A4F7976F-398D-8DCA-A9E9-BABAE0556C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60044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53" name="直線コネクタ 152">
                        <a:extLst>
                          <a:ext uri="{FF2B5EF4-FFF2-40B4-BE49-F238E27FC236}">
                            <a16:creationId xmlns:a16="http://schemas.microsoft.com/office/drawing/2014/main" id="{09C97BFF-68D5-5BD1-EE7D-549DA31CC7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4" name="直線コネクタ 153">
                        <a:extLst>
                          <a:ext uri="{FF2B5EF4-FFF2-40B4-BE49-F238E27FC236}">
                            <a16:creationId xmlns:a16="http://schemas.microsoft.com/office/drawing/2014/main" id="{7E37D305-2142-922D-A483-00483DA3D84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1" name="グループ化 120">
                      <a:extLst>
                        <a:ext uri="{FF2B5EF4-FFF2-40B4-BE49-F238E27FC236}">
                          <a16:creationId xmlns:a16="http://schemas.microsoft.com/office/drawing/2014/main" id="{C4BDDF87-6418-8110-1645-D336F95371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36868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51" name="直線コネクタ 150">
                        <a:extLst>
                          <a:ext uri="{FF2B5EF4-FFF2-40B4-BE49-F238E27FC236}">
                            <a16:creationId xmlns:a16="http://schemas.microsoft.com/office/drawing/2014/main" id="{2C3CAAF5-F815-9498-8EF5-F14DBB2A28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2" name="直線コネクタ 151">
                        <a:extLst>
                          <a:ext uri="{FF2B5EF4-FFF2-40B4-BE49-F238E27FC236}">
                            <a16:creationId xmlns:a16="http://schemas.microsoft.com/office/drawing/2014/main" id="{F51F89EF-66F3-B178-2C1D-A436F8F3358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2" name="グループ化 121">
                      <a:extLst>
                        <a:ext uri="{FF2B5EF4-FFF2-40B4-BE49-F238E27FC236}">
                          <a16:creationId xmlns:a16="http://schemas.microsoft.com/office/drawing/2014/main" id="{A8C18BC2-7294-218B-714A-E54A64E4CE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13693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9" name="直線コネクタ 148">
                        <a:extLst>
                          <a:ext uri="{FF2B5EF4-FFF2-40B4-BE49-F238E27FC236}">
                            <a16:creationId xmlns:a16="http://schemas.microsoft.com/office/drawing/2014/main" id="{1F385702-8664-3895-D0C2-6229E2E58FE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0" name="直線コネクタ 149">
                        <a:extLst>
                          <a:ext uri="{FF2B5EF4-FFF2-40B4-BE49-F238E27FC236}">
                            <a16:creationId xmlns:a16="http://schemas.microsoft.com/office/drawing/2014/main" id="{0686ED6B-185E-ED56-0C67-3E6E75EF5C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3" name="グループ化 122">
                      <a:extLst>
                        <a:ext uri="{FF2B5EF4-FFF2-40B4-BE49-F238E27FC236}">
                          <a16:creationId xmlns:a16="http://schemas.microsoft.com/office/drawing/2014/main" id="{19EFBA53-A745-E212-8BE9-2E5E90AB28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90517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7" name="直線コネクタ 146">
                        <a:extLst>
                          <a:ext uri="{FF2B5EF4-FFF2-40B4-BE49-F238E27FC236}">
                            <a16:creationId xmlns:a16="http://schemas.microsoft.com/office/drawing/2014/main" id="{D3967CCC-7314-42E6-9C32-EFF682AF1DB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8" name="直線コネクタ 147">
                        <a:extLst>
                          <a:ext uri="{FF2B5EF4-FFF2-40B4-BE49-F238E27FC236}">
                            <a16:creationId xmlns:a16="http://schemas.microsoft.com/office/drawing/2014/main" id="{D574D14A-FBDE-3CE8-CA18-CD10EDC9F4D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4" name="グループ化 123">
                      <a:extLst>
                        <a:ext uri="{FF2B5EF4-FFF2-40B4-BE49-F238E27FC236}">
                          <a16:creationId xmlns:a16="http://schemas.microsoft.com/office/drawing/2014/main" id="{584B1028-8BDD-8ED2-1657-9CEB39B066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67342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5" name="直線コネクタ 144">
                        <a:extLst>
                          <a:ext uri="{FF2B5EF4-FFF2-40B4-BE49-F238E27FC236}">
                            <a16:creationId xmlns:a16="http://schemas.microsoft.com/office/drawing/2014/main" id="{80A3A798-BDCC-3761-0D8B-C4DB57FB13D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6" name="直線コネクタ 145">
                        <a:extLst>
                          <a:ext uri="{FF2B5EF4-FFF2-40B4-BE49-F238E27FC236}">
                            <a16:creationId xmlns:a16="http://schemas.microsoft.com/office/drawing/2014/main" id="{778C812F-FA87-F81A-3C65-843AD693C94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5" name="グループ化 124">
                      <a:extLst>
                        <a:ext uri="{FF2B5EF4-FFF2-40B4-BE49-F238E27FC236}">
                          <a16:creationId xmlns:a16="http://schemas.microsoft.com/office/drawing/2014/main" id="{792F91D2-D4BB-5D3E-78FE-290B1420F8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44167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3" name="直線コネクタ 142">
                        <a:extLst>
                          <a:ext uri="{FF2B5EF4-FFF2-40B4-BE49-F238E27FC236}">
                            <a16:creationId xmlns:a16="http://schemas.microsoft.com/office/drawing/2014/main" id="{E13822A9-7BB4-86DA-A96F-E53AF048163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4" name="直線コネクタ 143">
                        <a:extLst>
                          <a:ext uri="{FF2B5EF4-FFF2-40B4-BE49-F238E27FC236}">
                            <a16:creationId xmlns:a16="http://schemas.microsoft.com/office/drawing/2014/main" id="{952E409E-8892-7CBC-0C30-70844468BD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6" name="グループ化 125">
                      <a:extLst>
                        <a:ext uri="{FF2B5EF4-FFF2-40B4-BE49-F238E27FC236}">
                          <a16:creationId xmlns:a16="http://schemas.microsoft.com/office/drawing/2014/main" id="{478D94E9-3552-1249-47FC-1519C3F432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520991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1" name="直線コネクタ 140">
                        <a:extLst>
                          <a:ext uri="{FF2B5EF4-FFF2-40B4-BE49-F238E27FC236}">
                            <a16:creationId xmlns:a16="http://schemas.microsoft.com/office/drawing/2014/main" id="{885899D0-90A1-A40F-D2FC-F529945F769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2" name="直線コネクタ 141">
                        <a:extLst>
                          <a:ext uri="{FF2B5EF4-FFF2-40B4-BE49-F238E27FC236}">
                            <a16:creationId xmlns:a16="http://schemas.microsoft.com/office/drawing/2014/main" id="{30C3E67E-B055-08D7-45F0-038CF3F7C60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7" name="グループ化 126">
                      <a:extLst>
                        <a:ext uri="{FF2B5EF4-FFF2-40B4-BE49-F238E27FC236}">
                          <a16:creationId xmlns:a16="http://schemas.microsoft.com/office/drawing/2014/main" id="{DC54B105-5877-2635-2C7C-165A846957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697816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39" name="直線コネクタ 138">
                        <a:extLst>
                          <a:ext uri="{FF2B5EF4-FFF2-40B4-BE49-F238E27FC236}">
                            <a16:creationId xmlns:a16="http://schemas.microsoft.com/office/drawing/2014/main" id="{3B3D29AF-1CF4-ACD9-5418-C45FC8C607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0" name="直線コネクタ 139">
                        <a:extLst>
                          <a:ext uri="{FF2B5EF4-FFF2-40B4-BE49-F238E27FC236}">
                            <a16:creationId xmlns:a16="http://schemas.microsoft.com/office/drawing/2014/main" id="{F53E10F9-E712-0C14-98A7-2F700D82E2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8" name="グループ化 127">
                      <a:extLst>
                        <a:ext uri="{FF2B5EF4-FFF2-40B4-BE49-F238E27FC236}">
                          <a16:creationId xmlns:a16="http://schemas.microsoft.com/office/drawing/2014/main" id="{E8A120C6-3B29-363A-8379-8DA4580E38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74641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37" name="直線コネクタ 136">
                        <a:extLst>
                          <a:ext uri="{FF2B5EF4-FFF2-40B4-BE49-F238E27FC236}">
                            <a16:creationId xmlns:a16="http://schemas.microsoft.com/office/drawing/2014/main" id="{0D5B2F65-63DD-0CAC-7D83-E7A9DDE8470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直線コネクタ 137">
                        <a:extLst>
                          <a:ext uri="{FF2B5EF4-FFF2-40B4-BE49-F238E27FC236}">
                            <a16:creationId xmlns:a16="http://schemas.microsoft.com/office/drawing/2014/main" id="{8D7DD2E4-5234-B6C1-35BE-D945F1D7F2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9" name="グループ化 128">
                      <a:extLst>
                        <a:ext uri="{FF2B5EF4-FFF2-40B4-BE49-F238E27FC236}">
                          <a16:creationId xmlns:a16="http://schemas.microsoft.com/office/drawing/2014/main" id="{E69363F8-775D-08AD-3D6A-A97C4125CB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51465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35" name="直線コネクタ 134">
                        <a:extLst>
                          <a:ext uri="{FF2B5EF4-FFF2-40B4-BE49-F238E27FC236}">
                            <a16:creationId xmlns:a16="http://schemas.microsoft.com/office/drawing/2014/main" id="{29503D02-4268-7AD5-2A7A-C56C539D1CF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" name="直線コネクタ 135">
                        <a:extLst>
                          <a:ext uri="{FF2B5EF4-FFF2-40B4-BE49-F238E27FC236}">
                            <a16:creationId xmlns:a16="http://schemas.microsoft.com/office/drawing/2014/main" id="{E311AD03-0C74-AAEF-DD2F-F131ADB132E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0" name="グループ化 129">
                      <a:extLst>
                        <a:ext uri="{FF2B5EF4-FFF2-40B4-BE49-F238E27FC236}">
                          <a16:creationId xmlns:a16="http://schemas.microsoft.com/office/drawing/2014/main" id="{A11C3BEA-502E-D1EC-DE10-B7887E978C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28290" y="3214633"/>
                      <a:ext cx="468112" cy="212778"/>
                      <a:chOff x="-1104976" y="454146"/>
                      <a:chExt cx="1527910" cy="1237370"/>
                    </a:xfrm>
                    <a:grpFill/>
                  </p:grpSpPr>
                  <p:cxnSp>
                    <p:nvCxnSpPr>
                      <p:cNvPr id="133" name="直線コネクタ 132">
                        <a:extLst>
                          <a:ext uri="{FF2B5EF4-FFF2-40B4-BE49-F238E27FC236}">
                            <a16:creationId xmlns:a16="http://schemas.microsoft.com/office/drawing/2014/main" id="{7B74D9FB-7CE4-5E19-DF70-D6C4C3F2C92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直線コネクタ 133">
                        <a:extLst>
                          <a:ext uri="{FF2B5EF4-FFF2-40B4-BE49-F238E27FC236}">
                            <a16:creationId xmlns:a16="http://schemas.microsoft.com/office/drawing/2014/main" id="{7BF73AA3-6611-101A-A1F0-5A6F2260A8D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5" y="454146"/>
                        <a:ext cx="1237369" cy="123737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31" name="二等辺三角形 130">
                      <a:extLst>
                        <a:ext uri="{FF2B5EF4-FFF2-40B4-BE49-F238E27FC236}">
                          <a16:creationId xmlns:a16="http://schemas.microsoft.com/office/drawing/2014/main" id="{E7DEC3A0-7ED9-45F0-63DC-BAFDB0B2A91E}"/>
                        </a:ext>
                      </a:extLst>
                    </p:cNvPr>
                    <p:cNvSpPr/>
                    <p:nvPr/>
                  </p:nvSpPr>
                  <p:spPr>
                    <a:xfrm rot="7744247">
                      <a:off x="7119077" y="3270395"/>
                      <a:ext cx="66285" cy="65936"/>
                    </a:xfrm>
                    <a:prstGeom prst="triangle">
                      <a:avLst/>
                    </a:prstGeom>
                    <a:grpFill/>
                    <a:ln>
                      <a:solidFill>
                        <a:srgbClr val="FFFF00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800" dirty="0"/>
                    </a:p>
                  </p:txBody>
                </p:sp>
                <p:sp>
                  <p:nvSpPr>
                    <p:cNvPr id="132" name="二等辺三角形 131">
                      <a:extLst>
                        <a:ext uri="{FF2B5EF4-FFF2-40B4-BE49-F238E27FC236}">
                          <a16:creationId xmlns:a16="http://schemas.microsoft.com/office/drawing/2014/main" id="{C7811FC8-4C9B-FEAE-DA87-86277D65E094}"/>
                        </a:ext>
                      </a:extLst>
                    </p:cNvPr>
                    <p:cNvSpPr/>
                    <p:nvPr/>
                  </p:nvSpPr>
                  <p:spPr>
                    <a:xfrm rot="2972123">
                      <a:off x="9551772" y="3246365"/>
                      <a:ext cx="66285" cy="65936"/>
                    </a:xfrm>
                    <a:prstGeom prst="triangle">
                      <a:avLst/>
                    </a:prstGeom>
                    <a:grpFill/>
                    <a:ln>
                      <a:solidFill>
                        <a:srgbClr val="FFFF00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800"/>
                    </a:p>
                  </p:txBody>
                </p:sp>
              </p:grpSp>
              <p:sp>
                <p:nvSpPr>
                  <p:cNvPr id="117" name="テキスト ボックス 116">
                    <a:extLst>
                      <a:ext uri="{FF2B5EF4-FFF2-40B4-BE49-F238E27FC236}">
                        <a16:creationId xmlns:a16="http://schemas.microsoft.com/office/drawing/2014/main" id="{1D169290-F3BD-82CD-FAD0-F5B761FCEE2B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1910742"/>
                    <a:ext cx="885524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sz="8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Light</a:t>
                    </a:r>
                    <a:endParaRPr kumimoji="1" lang="ja-JP" altLang="en-US" sz="800" b="1" dirty="0">
                      <a:solidFill>
                        <a:srgbClr val="FFFF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8" name="テキスト ボックス 117">
                    <a:extLst>
                      <a:ext uri="{FF2B5EF4-FFF2-40B4-BE49-F238E27FC236}">
                        <a16:creationId xmlns:a16="http://schemas.microsoft.com/office/drawing/2014/main" id="{B5D79FC1-066E-3AE8-03A4-E6A40BF605BB}"/>
                      </a:ext>
                    </a:extLst>
                  </p:cNvPr>
                  <p:cNvSpPr txBox="1"/>
                  <p:nvPr/>
                </p:nvSpPr>
                <p:spPr>
                  <a:xfrm>
                    <a:off x="2712459" y="1910742"/>
                    <a:ext cx="1430115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sz="8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To CCD</a:t>
                    </a:r>
                    <a:endParaRPr kumimoji="1" lang="ja-JP" altLang="en-US" sz="800" b="1" dirty="0">
                      <a:solidFill>
                        <a:srgbClr val="FFFF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3" name="正方形/長方形 62">
                  <a:extLst>
                    <a:ext uri="{FF2B5EF4-FFF2-40B4-BE49-F238E27FC236}">
                      <a16:creationId xmlns:a16="http://schemas.microsoft.com/office/drawing/2014/main" id="{AC4ECF95-B529-C6CB-0F6B-6376BAF5DE4A}"/>
                    </a:ext>
                  </a:extLst>
                </p:cNvPr>
                <p:cNvSpPr/>
                <p:nvPr/>
              </p:nvSpPr>
              <p:spPr>
                <a:xfrm>
                  <a:off x="12946207" y="8048084"/>
                  <a:ext cx="579295" cy="212778"/>
                </a:xfrm>
                <a:prstGeom prst="rect">
                  <a:avLst/>
                </a:prstGeom>
                <a:noFill/>
                <a:ln w="38100">
                  <a:solidFill>
                    <a:srgbClr val="D515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800"/>
                </a:p>
              </p:txBody>
            </p:sp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39AA022E-830C-346D-E598-C5EF11E44B68}"/>
                    </a:ext>
                  </a:extLst>
                </p:cNvPr>
                <p:cNvSpPr txBox="1"/>
                <p:nvPr/>
              </p:nvSpPr>
              <p:spPr>
                <a:xfrm>
                  <a:off x="12314638" y="10635093"/>
                  <a:ext cx="2136217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Repeated Total Internal Reflection</a:t>
                  </a:r>
                  <a:endPara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楕円 64">
                  <a:extLst>
                    <a:ext uri="{FF2B5EF4-FFF2-40B4-BE49-F238E27FC236}">
                      <a16:creationId xmlns:a16="http://schemas.microsoft.com/office/drawing/2014/main" id="{F9B48CD9-F49E-E8D8-0760-A748835FAC70}"/>
                    </a:ext>
                  </a:extLst>
                </p:cNvPr>
                <p:cNvSpPr/>
                <p:nvPr/>
              </p:nvSpPr>
              <p:spPr>
                <a:xfrm>
                  <a:off x="14019386" y="9993402"/>
                  <a:ext cx="200628" cy="30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6" name="楕円 65">
                  <a:extLst>
                    <a:ext uri="{FF2B5EF4-FFF2-40B4-BE49-F238E27FC236}">
                      <a16:creationId xmlns:a16="http://schemas.microsoft.com/office/drawing/2014/main" id="{43A9B32B-CF82-BB6E-4025-A696F7829B5B}"/>
                    </a:ext>
                  </a:extLst>
                </p:cNvPr>
                <p:cNvSpPr/>
                <p:nvPr/>
              </p:nvSpPr>
              <p:spPr>
                <a:xfrm>
                  <a:off x="13306697" y="9993402"/>
                  <a:ext cx="695614" cy="30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7" name="楕円 66">
                  <a:extLst>
                    <a:ext uri="{FF2B5EF4-FFF2-40B4-BE49-F238E27FC236}">
                      <a16:creationId xmlns:a16="http://schemas.microsoft.com/office/drawing/2014/main" id="{F015287C-F95C-856E-B23D-B8BCBECDFC2C}"/>
                    </a:ext>
                  </a:extLst>
                </p:cNvPr>
                <p:cNvSpPr/>
                <p:nvPr/>
              </p:nvSpPr>
              <p:spPr>
                <a:xfrm>
                  <a:off x="12739840" y="10054083"/>
                  <a:ext cx="294242" cy="162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8" name="楕円 67">
                  <a:extLst>
                    <a:ext uri="{FF2B5EF4-FFF2-40B4-BE49-F238E27FC236}">
                      <a16:creationId xmlns:a16="http://schemas.microsoft.com/office/drawing/2014/main" id="{B581EBE0-7EA9-D591-3B6B-78993782F896}"/>
                    </a:ext>
                  </a:extLst>
                </p:cNvPr>
                <p:cNvSpPr/>
                <p:nvPr/>
              </p:nvSpPr>
              <p:spPr>
                <a:xfrm>
                  <a:off x="12027715" y="10054083"/>
                  <a:ext cx="499784" cy="162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9" name="正方形/長方形 68">
                  <a:extLst>
                    <a:ext uri="{FF2B5EF4-FFF2-40B4-BE49-F238E27FC236}">
                      <a16:creationId xmlns:a16="http://schemas.microsoft.com/office/drawing/2014/main" id="{E97386C3-BB1B-AE9A-51A7-79FD3187BE22}"/>
                    </a:ext>
                  </a:extLst>
                </p:cNvPr>
                <p:cNvSpPr/>
                <p:nvPr/>
              </p:nvSpPr>
              <p:spPr>
                <a:xfrm>
                  <a:off x="11809577" y="10461984"/>
                  <a:ext cx="2858503" cy="165761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grpSp>
              <p:nvGrpSpPr>
                <p:cNvPr id="70" name="グループ化 69">
                  <a:extLst>
                    <a:ext uri="{FF2B5EF4-FFF2-40B4-BE49-F238E27FC236}">
                      <a16:creationId xmlns:a16="http://schemas.microsoft.com/office/drawing/2014/main" id="{4B79D926-CB48-ED1E-08CC-60EBC53D2FF0}"/>
                    </a:ext>
                  </a:extLst>
                </p:cNvPr>
                <p:cNvGrpSpPr/>
                <p:nvPr/>
              </p:nvGrpSpPr>
              <p:grpSpPr>
                <a:xfrm>
                  <a:off x="11836436" y="10476521"/>
                  <a:ext cx="2831646" cy="116947"/>
                  <a:chOff x="7990517" y="3377881"/>
                  <a:chExt cx="972369" cy="49530"/>
                </a:xfrm>
                <a:solidFill>
                  <a:srgbClr val="FFFF0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p:grpSpPr>
              <p:grpSp>
                <p:nvGrpSpPr>
                  <p:cNvPr id="91" name="グループ化 90">
                    <a:extLst>
                      <a:ext uri="{FF2B5EF4-FFF2-40B4-BE49-F238E27FC236}">
                        <a16:creationId xmlns:a16="http://schemas.microsoft.com/office/drawing/2014/main" id="{57634B13-6AE1-D4EE-CDCC-0B1D58133894}"/>
                      </a:ext>
                    </a:extLst>
                  </p:cNvPr>
                  <p:cNvGrpSpPr/>
                  <p:nvPr/>
                </p:nvGrpSpPr>
                <p:grpSpPr>
                  <a:xfrm>
                    <a:off x="7990517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05" name="直線コネクタ 104">
                      <a:extLst>
                        <a:ext uri="{FF2B5EF4-FFF2-40B4-BE49-F238E27FC236}">
                          <a16:creationId xmlns:a16="http://schemas.microsoft.com/office/drawing/2014/main" id="{3D50A58A-99D9-B460-3344-A3567A98891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直線コネクタ 105">
                      <a:extLst>
                        <a:ext uri="{FF2B5EF4-FFF2-40B4-BE49-F238E27FC236}">
                          <a16:creationId xmlns:a16="http://schemas.microsoft.com/office/drawing/2014/main" id="{5273FA28-90C1-A056-9CCC-2700B8CC126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2" name="グループ化 91">
                    <a:extLst>
                      <a:ext uri="{FF2B5EF4-FFF2-40B4-BE49-F238E27FC236}">
                        <a16:creationId xmlns:a16="http://schemas.microsoft.com/office/drawing/2014/main" id="{69AF5249-0104-8C1A-C035-C44FBC6C7752}"/>
                      </a:ext>
                    </a:extLst>
                  </p:cNvPr>
                  <p:cNvGrpSpPr/>
                  <p:nvPr/>
                </p:nvGrpSpPr>
                <p:grpSpPr>
                  <a:xfrm>
                    <a:off x="8167342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03" name="直線コネクタ 102">
                      <a:extLst>
                        <a:ext uri="{FF2B5EF4-FFF2-40B4-BE49-F238E27FC236}">
                          <a16:creationId xmlns:a16="http://schemas.microsoft.com/office/drawing/2014/main" id="{33E5BE66-14D3-0895-7287-6455BA2E09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直線コネクタ 103">
                      <a:extLst>
                        <a:ext uri="{FF2B5EF4-FFF2-40B4-BE49-F238E27FC236}">
                          <a16:creationId xmlns:a16="http://schemas.microsoft.com/office/drawing/2014/main" id="{781D7741-0AA8-CE68-5DD8-EDC6E32192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3" name="グループ化 92">
                    <a:extLst>
                      <a:ext uri="{FF2B5EF4-FFF2-40B4-BE49-F238E27FC236}">
                        <a16:creationId xmlns:a16="http://schemas.microsoft.com/office/drawing/2014/main" id="{0464FA62-10FD-FBDC-9F60-2AEDBF0D46D1}"/>
                      </a:ext>
                    </a:extLst>
                  </p:cNvPr>
                  <p:cNvGrpSpPr/>
                  <p:nvPr/>
                </p:nvGrpSpPr>
                <p:grpSpPr>
                  <a:xfrm>
                    <a:off x="8344167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01" name="直線コネクタ 100">
                      <a:extLst>
                        <a:ext uri="{FF2B5EF4-FFF2-40B4-BE49-F238E27FC236}">
                          <a16:creationId xmlns:a16="http://schemas.microsoft.com/office/drawing/2014/main" id="{0C275A65-BC67-8709-6A89-35399FF21A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直線コネクタ 101">
                      <a:extLst>
                        <a:ext uri="{FF2B5EF4-FFF2-40B4-BE49-F238E27FC236}">
                          <a16:creationId xmlns:a16="http://schemas.microsoft.com/office/drawing/2014/main" id="{97A637F2-7016-0F1D-886F-D3011B9F02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4" name="グループ化 93">
                    <a:extLst>
                      <a:ext uri="{FF2B5EF4-FFF2-40B4-BE49-F238E27FC236}">
                        <a16:creationId xmlns:a16="http://schemas.microsoft.com/office/drawing/2014/main" id="{66565E75-07BB-98C9-A576-AFD64A28FD89}"/>
                      </a:ext>
                    </a:extLst>
                  </p:cNvPr>
                  <p:cNvGrpSpPr/>
                  <p:nvPr/>
                </p:nvGrpSpPr>
                <p:grpSpPr>
                  <a:xfrm>
                    <a:off x="8520991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99" name="直線コネクタ 98">
                      <a:extLst>
                        <a:ext uri="{FF2B5EF4-FFF2-40B4-BE49-F238E27FC236}">
                          <a16:creationId xmlns:a16="http://schemas.microsoft.com/office/drawing/2014/main" id="{CBE508EB-827D-7362-396D-EB4EDF67F9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直線コネクタ 99">
                      <a:extLst>
                        <a:ext uri="{FF2B5EF4-FFF2-40B4-BE49-F238E27FC236}">
                          <a16:creationId xmlns:a16="http://schemas.microsoft.com/office/drawing/2014/main" id="{63599A92-7CA8-E767-78AC-A6A029048C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5" name="グループ化 94">
                    <a:extLst>
                      <a:ext uri="{FF2B5EF4-FFF2-40B4-BE49-F238E27FC236}">
                        <a16:creationId xmlns:a16="http://schemas.microsoft.com/office/drawing/2014/main" id="{1511D70A-470D-0269-9E33-F843F6295290}"/>
                      </a:ext>
                    </a:extLst>
                  </p:cNvPr>
                  <p:cNvGrpSpPr/>
                  <p:nvPr/>
                </p:nvGrpSpPr>
                <p:grpSpPr>
                  <a:xfrm>
                    <a:off x="8697816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97" name="直線コネクタ 96">
                      <a:extLst>
                        <a:ext uri="{FF2B5EF4-FFF2-40B4-BE49-F238E27FC236}">
                          <a16:creationId xmlns:a16="http://schemas.microsoft.com/office/drawing/2014/main" id="{63A2E54F-EB2D-184C-F4B8-4ED5D8E12F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直線コネクタ 97">
                      <a:extLst>
                        <a:ext uri="{FF2B5EF4-FFF2-40B4-BE49-F238E27FC236}">
                          <a16:creationId xmlns:a16="http://schemas.microsoft.com/office/drawing/2014/main" id="{E26AF80A-2815-1D12-BF69-B71C0A5CDE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8E2902C0-998E-549E-F35B-21039B40B3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74641" y="3377881"/>
                    <a:ext cx="88245" cy="49530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正方形/長方形 70">
                  <a:extLst>
                    <a:ext uri="{FF2B5EF4-FFF2-40B4-BE49-F238E27FC236}">
                      <a16:creationId xmlns:a16="http://schemas.microsoft.com/office/drawing/2014/main" id="{3CC84D10-5FB2-E254-CF3C-CA43C685F23C}"/>
                    </a:ext>
                  </a:extLst>
                </p:cNvPr>
                <p:cNvSpPr/>
                <p:nvPr/>
              </p:nvSpPr>
              <p:spPr>
                <a:xfrm>
                  <a:off x="11809574" y="10301857"/>
                  <a:ext cx="2858503" cy="150747"/>
                </a:xfrm>
                <a:prstGeom prst="rect">
                  <a:avLst/>
                </a:prstGeom>
                <a:solidFill>
                  <a:srgbClr val="F48153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2" name="正方形/長方形 71">
                  <a:extLst>
                    <a:ext uri="{FF2B5EF4-FFF2-40B4-BE49-F238E27FC236}">
                      <a16:creationId xmlns:a16="http://schemas.microsoft.com/office/drawing/2014/main" id="{115A96D2-BB15-1FE6-5C46-A9036201E290}"/>
                    </a:ext>
                  </a:extLst>
                </p:cNvPr>
                <p:cNvSpPr/>
                <p:nvPr/>
              </p:nvSpPr>
              <p:spPr>
                <a:xfrm>
                  <a:off x="11809577" y="10143096"/>
                  <a:ext cx="2858503" cy="150747"/>
                </a:xfrm>
                <a:prstGeom prst="rect">
                  <a:avLst/>
                </a:prstGeom>
                <a:solidFill>
                  <a:srgbClr val="1C6D90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grpSp>
              <p:nvGrpSpPr>
                <p:cNvPr id="73" name="グループ化 72">
                  <a:extLst>
                    <a:ext uri="{FF2B5EF4-FFF2-40B4-BE49-F238E27FC236}">
                      <a16:creationId xmlns:a16="http://schemas.microsoft.com/office/drawing/2014/main" id="{F7413E73-3B4E-6FB5-BC24-A8CA764BBE7A}"/>
                    </a:ext>
                  </a:extLst>
                </p:cNvPr>
                <p:cNvGrpSpPr/>
                <p:nvPr/>
              </p:nvGrpSpPr>
              <p:grpSpPr>
                <a:xfrm>
                  <a:off x="12749502" y="10095460"/>
                  <a:ext cx="753103" cy="345991"/>
                  <a:chOff x="5184582" y="2608266"/>
                  <a:chExt cx="213582" cy="167329"/>
                </a:xfrm>
              </p:grpSpPr>
              <p:sp>
                <p:nvSpPr>
                  <p:cNvPr id="88" name="矢印: 右 87">
                    <a:extLst>
                      <a:ext uri="{FF2B5EF4-FFF2-40B4-BE49-F238E27FC236}">
                        <a16:creationId xmlns:a16="http://schemas.microsoft.com/office/drawing/2014/main" id="{8B85A7E2-36EF-894F-9C5A-D3F92EF83CA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136176" y="2656672"/>
                    <a:ext cx="167329" cy="70518"/>
                  </a:xfrm>
                  <a:prstGeom prst="rightArrow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/>
                  </a:p>
                </p:txBody>
              </p:sp>
              <p:sp>
                <p:nvSpPr>
                  <p:cNvPr id="89" name="矢印: 右 88">
                    <a:extLst>
                      <a:ext uri="{FF2B5EF4-FFF2-40B4-BE49-F238E27FC236}">
                        <a16:creationId xmlns:a16="http://schemas.microsoft.com/office/drawing/2014/main" id="{8C465326-6DCB-B1FE-CBC5-7AB15528772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79240" y="2656672"/>
                    <a:ext cx="167329" cy="70518"/>
                  </a:xfrm>
                  <a:prstGeom prst="rightArrow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/>
                  </a:p>
                </p:txBody>
              </p:sp>
            </p:grpSp>
            <p:sp>
              <p:nvSpPr>
                <p:cNvPr id="74" name="楕円 73">
                  <a:extLst>
                    <a:ext uri="{FF2B5EF4-FFF2-40B4-BE49-F238E27FC236}">
                      <a16:creationId xmlns:a16="http://schemas.microsoft.com/office/drawing/2014/main" id="{2388C5F2-5080-31BA-5FD2-C256078526F1}"/>
                    </a:ext>
                  </a:extLst>
                </p:cNvPr>
                <p:cNvSpPr/>
                <p:nvPr/>
              </p:nvSpPr>
              <p:spPr>
                <a:xfrm>
                  <a:off x="14348346" y="9960876"/>
                  <a:ext cx="83990" cy="11066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5" name="楕円 74">
                  <a:extLst>
                    <a:ext uri="{FF2B5EF4-FFF2-40B4-BE49-F238E27FC236}">
                      <a16:creationId xmlns:a16="http://schemas.microsoft.com/office/drawing/2014/main" id="{009E2B8D-DAC6-7A3D-3F4A-01DBD32AAB65}"/>
                    </a:ext>
                  </a:extLst>
                </p:cNvPr>
                <p:cNvSpPr/>
                <p:nvPr/>
              </p:nvSpPr>
              <p:spPr>
                <a:xfrm>
                  <a:off x="14416741" y="9743227"/>
                  <a:ext cx="112388" cy="15517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6" name="楕円 75">
                  <a:extLst>
                    <a:ext uri="{FF2B5EF4-FFF2-40B4-BE49-F238E27FC236}">
                      <a16:creationId xmlns:a16="http://schemas.microsoft.com/office/drawing/2014/main" id="{780493D8-BB4D-0F0C-431A-A94F0FCA5C91}"/>
                    </a:ext>
                  </a:extLst>
                </p:cNvPr>
                <p:cNvSpPr/>
                <p:nvPr/>
              </p:nvSpPr>
              <p:spPr>
                <a:xfrm>
                  <a:off x="13983865" y="9386597"/>
                  <a:ext cx="158644" cy="2139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7" name="楕円 76">
                  <a:extLst>
                    <a:ext uri="{FF2B5EF4-FFF2-40B4-BE49-F238E27FC236}">
                      <a16:creationId xmlns:a16="http://schemas.microsoft.com/office/drawing/2014/main" id="{69D6C4A6-212F-70A1-24D5-044131D7BDC4}"/>
                    </a:ext>
                  </a:extLst>
                </p:cNvPr>
                <p:cNvSpPr/>
                <p:nvPr/>
              </p:nvSpPr>
              <p:spPr>
                <a:xfrm>
                  <a:off x="12587254" y="9883239"/>
                  <a:ext cx="177566" cy="15058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8" name="楕円 77">
                  <a:extLst>
                    <a:ext uri="{FF2B5EF4-FFF2-40B4-BE49-F238E27FC236}">
                      <a16:creationId xmlns:a16="http://schemas.microsoft.com/office/drawing/2014/main" id="{FA525C7E-8F72-1A25-65DD-02C1A3803E44}"/>
                    </a:ext>
                  </a:extLst>
                </p:cNvPr>
                <p:cNvSpPr/>
                <p:nvPr/>
              </p:nvSpPr>
              <p:spPr>
                <a:xfrm rot="20439187">
                  <a:off x="12190298" y="9341266"/>
                  <a:ext cx="158645" cy="2139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91ED2395-CB67-B5B0-534D-078A7B3BD3F4}"/>
                    </a:ext>
                  </a:extLst>
                </p:cNvPr>
                <p:cNvSpPr txBox="1"/>
                <p:nvPr/>
              </p:nvSpPr>
              <p:spPr>
                <a:xfrm>
                  <a:off x="12058568" y="9199574"/>
                  <a:ext cx="551291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Bubble</a:t>
                  </a:r>
                  <a:endPara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8E421A62-5F12-3840-0930-7C2E396CF7DD}"/>
                    </a:ext>
                  </a:extLst>
                </p:cNvPr>
                <p:cNvSpPr txBox="1"/>
                <p:nvPr/>
              </p:nvSpPr>
              <p:spPr>
                <a:xfrm>
                  <a:off x="12937286" y="9315869"/>
                  <a:ext cx="695614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Nafion</a:t>
                  </a:r>
                  <a:endParaRPr kumimoji="1" lang="ja-JP" altLang="en-US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430A8548-971E-D21F-6E7D-CA292D73CCB9}"/>
                    </a:ext>
                  </a:extLst>
                </p:cNvPr>
                <p:cNvSpPr txBox="1"/>
                <p:nvPr/>
              </p:nvSpPr>
              <p:spPr>
                <a:xfrm>
                  <a:off x="11863054" y="9786024"/>
                  <a:ext cx="451584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Water</a:t>
                  </a:r>
                  <a:endPara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4FB13033-78B0-72B9-CACC-F760FF4E4877}"/>
                    </a:ext>
                  </a:extLst>
                </p:cNvPr>
                <p:cNvSpPr txBox="1"/>
                <p:nvPr/>
              </p:nvSpPr>
              <p:spPr>
                <a:xfrm>
                  <a:off x="11891252" y="10143097"/>
                  <a:ext cx="1025873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Catalyst</a:t>
                  </a:r>
                  <a:r>
                    <a:rPr kumimoji="1" lang="ja-JP" altLang="en-US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（</a:t>
                  </a:r>
                  <a:r>
                    <a:rPr kumimoji="1" lang="en-US" altLang="ja-JP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IrO</a:t>
                  </a:r>
                  <a:r>
                    <a:rPr kumimoji="1" lang="en-US" altLang="ja-JP" sz="800" b="1" baseline="-250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kumimoji="1" lang="ja-JP" altLang="en-US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）</a:t>
                  </a:r>
                </a:p>
              </p:txBody>
            </p:sp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50A452CF-259D-03D4-A655-7306930B8FD6}"/>
                    </a:ext>
                  </a:extLst>
                </p:cNvPr>
                <p:cNvSpPr txBox="1"/>
                <p:nvPr/>
              </p:nvSpPr>
              <p:spPr>
                <a:xfrm>
                  <a:off x="11891251" y="10307746"/>
                  <a:ext cx="914630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ITO Substrate</a:t>
                  </a:r>
                  <a:endParaRPr kumimoji="1" lang="ja-JP" altLang="en-US" sz="800" b="1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テキスト ボックス 83">
                  <a:extLst>
                    <a:ext uri="{FF2B5EF4-FFF2-40B4-BE49-F238E27FC236}">
                      <a16:creationId xmlns:a16="http://schemas.microsoft.com/office/drawing/2014/main" id="{35129F33-7D4C-D947-A718-86B5446C0720}"/>
                    </a:ext>
                  </a:extLst>
                </p:cNvPr>
                <p:cNvSpPr txBox="1"/>
                <p:nvPr/>
              </p:nvSpPr>
              <p:spPr>
                <a:xfrm>
                  <a:off x="11891252" y="10465549"/>
                  <a:ext cx="691498" cy="156593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Quartz</a:t>
                  </a:r>
                  <a:endParaRPr kumimoji="1" lang="ja-JP" altLang="en-US" sz="8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667FE0B6-EFBD-76FE-11F8-C1AD2705CF0B}"/>
                    </a:ext>
                  </a:extLst>
                </p:cNvPr>
                <p:cNvSpPr txBox="1"/>
                <p:nvPr/>
              </p:nvSpPr>
              <p:spPr>
                <a:xfrm>
                  <a:off x="13548650" y="10298670"/>
                  <a:ext cx="1116166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Evanescent Wave</a:t>
                  </a:r>
                  <a:endParaRPr kumimoji="1" lang="ja-JP" altLang="en-US" sz="8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6E6DE3B1-230A-0B91-76F2-073481878303}"/>
                    </a:ext>
                  </a:extLst>
                </p:cNvPr>
                <p:cNvCxnSpPr>
                  <a:cxnSpLocks/>
                  <a:endCxn id="158" idx="18"/>
                </p:cNvCxnSpPr>
                <p:nvPr/>
              </p:nvCxnSpPr>
              <p:spPr>
                <a:xfrm flipH="1">
                  <a:off x="11811263" y="8281342"/>
                  <a:ext cx="1134944" cy="901192"/>
                </a:xfrm>
                <a:prstGeom prst="line">
                  <a:avLst/>
                </a:prstGeom>
                <a:ln w="19050">
                  <a:solidFill>
                    <a:srgbClr val="D5150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520F1D76-DDA7-E95E-C3C1-B870438F168F}"/>
                    </a:ext>
                  </a:extLst>
                </p:cNvPr>
                <p:cNvCxnSpPr>
                  <a:cxnSpLocks/>
                  <a:stCxn id="158" idx="46"/>
                </p:cNvCxnSpPr>
                <p:nvPr/>
              </p:nvCxnSpPr>
              <p:spPr>
                <a:xfrm flipH="1" flipV="1">
                  <a:off x="13525502" y="8248382"/>
                  <a:ext cx="1142575" cy="934152"/>
                </a:xfrm>
                <a:prstGeom prst="line">
                  <a:avLst/>
                </a:prstGeom>
                <a:ln w="19050">
                  <a:solidFill>
                    <a:srgbClr val="D5150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0" name="正方形/長方形 489">
                <a:extLst>
                  <a:ext uri="{FF2B5EF4-FFF2-40B4-BE49-F238E27FC236}">
                    <a16:creationId xmlns:a16="http://schemas.microsoft.com/office/drawing/2014/main" id="{12259A2D-79A0-76BD-CF0A-A35D209A7648}"/>
                  </a:ext>
                </a:extLst>
              </p:cNvPr>
              <p:cNvSpPr/>
              <p:nvPr/>
            </p:nvSpPr>
            <p:spPr>
              <a:xfrm>
                <a:off x="8313357" y="2876806"/>
                <a:ext cx="2466193" cy="3219893"/>
              </a:xfrm>
              <a:prstGeom prst="rect">
                <a:avLst/>
              </a:prstGeom>
              <a:noFill/>
              <a:ln w="76200">
                <a:solidFill>
                  <a:srgbClr val="F79E0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rgbClr val="F79E02"/>
                  </a:solidFill>
                </a:endParaRPr>
              </a:p>
            </p:txBody>
          </p:sp>
          <p:sp>
            <p:nvSpPr>
              <p:cNvPr id="496" name="テキスト ボックス 495">
                <a:extLst>
                  <a:ext uri="{FF2B5EF4-FFF2-40B4-BE49-F238E27FC236}">
                    <a16:creationId xmlns:a16="http://schemas.microsoft.com/office/drawing/2014/main" id="{895AD45D-E68A-65C2-0EC2-62722C8CCC0A}"/>
                  </a:ext>
                </a:extLst>
              </p:cNvPr>
              <p:cNvSpPr txBox="1"/>
              <p:nvPr/>
            </p:nvSpPr>
            <p:spPr>
              <a:xfrm>
                <a:off x="8288610" y="2067652"/>
                <a:ext cx="282745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sz="3200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Spectroscopy</a:t>
                </a:r>
                <a:endParaRPr kumimoji="1" lang="ja-JP" altLang="en-US" sz="3200" b="1" dirty="0">
                  <a:solidFill>
                    <a:srgbClr val="F79E0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8" name="テキスト ボックス 507">
                <a:extLst>
                  <a:ext uri="{FF2B5EF4-FFF2-40B4-BE49-F238E27FC236}">
                    <a16:creationId xmlns:a16="http://schemas.microsoft.com/office/drawing/2014/main" id="{D309EF68-DFC5-9491-3D9D-B2D4A78811D1}"/>
                  </a:ext>
                </a:extLst>
              </p:cNvPr>
              <p:cNvSpPr txBox="1"/>
              <p:nvPr/>
            </p:nvSpPr>
            <p:spPr>
              <a:xfrm>
                <a:off x="8288609" y="2521840"/>
                <a:ext cx="31359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(In-situ</a:t>
                </a:r>
                <a:r>
                  <a:rPr kumimoji="1" lang="ja-JP" altLang="en-US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・</a:t>
                </a:r>
                <a:r>
                  <a:rPr kumimoji="1" lang="en-US" altLang="ja-JP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Complex Interface)</a:t>
                </a:r>
              </a:p>
            </p:txBody>
          </p:sp>
        </p:grp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B18C0E6A-E711-CBE3-5311-3416F8873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9099" y="3889104"/>
              <a:ext cx="83543" cy="304805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DDDC024-D2A0-CF04-D1A5-F51422473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5671" y="4467133"/>
              <a:ext cx="126503" cy="304874"/>
            </a:xfrm>
            <a:prstGeom prst="straightConnector1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ACC0A7C-6150-1C1F-99C4-8D0FC16E462C}"/>
                </a:ext>
              </a:extLst>
            </p:cNvPr>
            <p:cNvSpPr txBox="1"/>
            <p:nvPr/>
          </p:nvSpPr>
          <p:spPr>
            <a:xfrm>
              <a:off x="2474178" y="4216560"/>
              <a:ext cx="761737" cy="4103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600"/>
                </a:lnSpc>
              </a:pPr>
              <a:r>
                <a:rPr kumimoji="1" lang="en-US" altLang="ja-JP" sz="1600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Correct Theory</a:t>
              </a:r>
              <a:endParaRPr kumimoji="1" lang="ja-JP" altLang="en-US" sz="1600" b="1" dirty="0">
                <a:solidFill>
                  <a:srgbClr val="D515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26C820D-7662-14F3-BA48-300F03304BAB}"/>
                </a:ext>
              </a:extLst>
            </p:cNvPr>
            <p:cNvSpPr txBox="1"/>
            <p:nvPr/>
          </p:nvSpPr>
          <p:spPr>
            <a:xfrm>
              <a:off x="2427292" y="4789523"/>
              <a:ext cx="1243677" cy="2051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ts val="1600"/>
                </a:lnSpc>
              </a:pPr>
              <a:r>
                <a:rPr kumimoji="1" lang="en-US" altLang="ja-JP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Experiments</a:t>
              </a:r>
              <a:endParaRPr kumimoji="1" lang="ja-JP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62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4C8095-136A-AE5F-EB57-F160490A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数理触媒研究チーム：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9BF4946-4B09-E38C-AE3E-58417253F70A}"/>
              </a:ext>
            </a:extLst>
          </p:cNvPr>
          <p:cNvSpPr txBox="1"/>
          <p:nvPr/>
        </p:nvSpPr>
        <p:spPr>
          <a:xfrm>
            <a:off x="983432" y="-671317"/>
            <a:ext cx="1022513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反応速度論による電極触媒開発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8557D52-AADD-486F-AC9F-28B4BF314D0E}"/>
              </a:ext>
            </a:extLst>
          </p:cNvPr>
          <p:cNvGrpSpPr/>
          <p:nvPr/>
        </p:nvGrpSpPr>
        <p:grpSpPr>
          <a:xfrm>
            <a:off x="1435882" y="1494103"/>
            <a:ext cx="10574719" cy="5243534"/>
            <a:chOff x="1435882" y="1494103"/>
            <a:chExt cx="10574719" cy="5243534"/>
          </a:xfrm>
        </p:grpSpPr>
        <p:grpSp>
          <p:nvGrpSpPr>
            <p:cNvPr id="515" name="グループ化 514">
              <a:extLst>
                <a:ext uri="{FF2B5EF4-FFF2-40B4-BE49-F238E27FC236}">
                  <a16:creationId xmlns:a16="http://schemas.microsoft.com/office/drawing/2014/main" id="{CC7E746B-F585-21F5-8C2C-03702F22F621}"/>
                </a:ext>
              </a:extLst>
            </p:cNvPr>
            <p:cNvGrpSpPr/>
            <p:nvPr/>
          </p:nvGrpSpPr>
          <p:grpSpPr>
            <a:xfrm>
              <a:off x="1435882" y="1494103"/>
              <a:ext cx="5258855" cy="5243534"/>
              <a:chOff x="1435882" y="1494103"/>
              <a:chExt cx="5258855" cy="5243534"/>
            </a:xfrm>
          </p:grpSpPr>
          <p:grpSp>
            <p:nvGrpSpPr>
              <p:cNvPr id="485" name="グループ化 484">
                <a:extLst>
                  <a:ext uri="{FF2B5EF4-FFF2-40B4-BE49-F238E27FC236}">
                    <a16:creationId xmlns:a16="http://schemas.microsoft.com/office/drawing/2014/main" id="{5570E48A-9C55-7EC2-8A57-1AE9F70423BD}"/>
                  </a:ext>
                </a:extLst>
              </p:cNvPr>
              <p:cNvGrpSpPr/>
              <p:nvPr/>
            </p:nvGrpSpPr>
            <p:grpSpPr>
              <a:xfrm>
                <a:off x="1951378" y="4146751"/>
                <a:ext cx="2084466" cy="2092846"/>
                <a:chOff x="2662930" y="4550863"/>
                <a:chExt cx="2084466" cy="2092846"/>
              </a:xfrm>
            </p:grpSpPr>
            <p:pic>
              <p:nvPicPr>
                <p:cNvPr id="13" name="図 12">
                  <a:extLst>
                    <a:ext uri="{FF2B5EF4-FFF2-40B4-BE49-F238E27FC236}">
                      <a16:creationId xmlns:a16="http://schemas.microsoft.com/office/drawing/2014/main" id="{37B5BAE7-49E1-CDC8-CE4B-E763C1DE31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4080"/>
                <a:stretch>
                  <a:fillRect/>
                </a:stretch>
              </p:blipFill>
              <p:spPr bwMode="auto">
                <a:xfrm>
                  <a:off x="2662930" y="4550863"/>
                  <a:ext cx="2084466" cy="209284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4" name="正方形/長方形 483">
                  <a:extLst>
                    <a:ext uri="{FF2B5EF4-FFF2-40B4-BE49-F238E27FC236}">
                      <a16:creationId xmlns:a16="http://schemas.microsoft.com/office/drawing/2014/main" id="{B49E6C13-4E00-0013-3E40-31D947E6F1E6}"/>
                    </a:ext>
                  </a:extLst>
                </p:cNvPr>
                <p:cNvSpPr/>
                <p:nvPr/>
              </p:nvSpPr>
              <p:spPr>
                <a:xfrm>
                  <a:off x="3451366" y="4584251"/>
                  <a:ext cx="936104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88" name="テキスト ボックス 487">
                <a:extLst>
                  <a:ext uri="{FF2B5EF4-FFF2-40B4-BE49-F238E27FC236}">
                    <a16:creationId xmlns:a16="http://schemas.microsoft.com/office/drawing/2014/main" id="{8492CCF4-88CA-E28A-9653-F0D54E7BCF77}"/>
                  </a:ext>
                </a:extLst>
              </p:cNvPr>
              <p:cNvSpPr txBox="1"/>
              <p:nvPr/>
            </p:nvSpPr>
            <p:spPr>
              <a:xfrm>
                <a:off x="1730833" y="6245194"/>
                <a:ext cx="282745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3200" b="1" dirty="0">
                    <a:solidFill>
                      <a:srgbClr val="D5150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情報</a:t>
                </a:r>
              </a:p>
            </p:txBody>
          </p:sp>
          <p:sp>
            <p:nvSpPr>
              <p:cNvPr id="489" name="正方形/長方形 488">
                <a:extLst>
                  <a:ext uri="{FF2B5EF4-FFF2-40B4-BE49-F238E27FC236}">
                    <a16:creationId xmlns:a16="http://schemas.microsoft.com/office/drawing/2014/main" id="{69B945FA-40F9-84D8-6383-CF946FFC3908}"/>
                  </a:ext>
                </a:extLst>
              </p:cNvPr>
              <p:cNvSpPr/>
              <p:nvPr/>
            </p:nvSpPr>
            <p:spPr>
              <a:xfrm>
                <a:off x="1793506" y="4336852"/>
                <a:ext cx="2364210" cy="1884406"/>
              </a:xfrm>
              <a:prstGeom prst="rect">
                <a:avLst/>
              </a:prstGeom>
              <a:noFill/>
              <a:ln w="76200">
                <a:solidFill>
                  <a:srgbClr val="D515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B919DB35-BA25-270B-34F3-B0E076EE918E}"/>
                  </a:ext>
                </a:extLst>
              </p:cNvPr>
              <p:cNvSpPr/>
              <p:nvPr/>
            </p:nvSpPr>
            <p:spPr>
              <a:xfrm>
                <a:off x="1793506" y="2169869"/>
                <a:ext cx="2364210" cy="1884406"/>
              </a:xfrm>
              <a:prstGeom prst="rect">
                <a:avLst/>
              </a:prstGeom>
              <a:noFill/>
              <a:ln w="76200">
                <a:solidFill>
                  <a:srgbClr val="005B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rgbClr val="005B82"/>
                  </a:solidFill>
                </a:endParaRPr>
              </a:p>
            </p:txBody>
          </p:sp>
          <p:grpSp>
            <p:nvGrpSpPr>
              <p:cNvPr id="480" name="グループ化 479">
                <a:extLst>
                  <a:ext uri="{FF2B5EF4-FFF2-40B4-BE49-F238E27FC236}">
                    <a16:creationId xmlns:a16="http://schemas.microsoft.com/office/drawing/2014/main" id="{B2645049-AC5D-486A-DCF0-C4D91EE930A0}"/>
                  </a:ext>
                </a:extLst>
              </p:cNvPr>
              <p:cNvGrpSpPr/>
              <p:nvPr/>
            </p:nvGrpSpPr>
            <p:grpSpPr>
              <a:xfrm>
                <a:off x="1435882" y="1494103"/>
                <a:ext cx="3002504" cy="2873881"/>
                <a:chOff x="6384032" y="-10768024"/>
                <a:chExt cx="3507910" cy="3357636"/>
              </a:xfrm>
            </p:grpSpPr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42958226-7FE2-FB15-2F3C-9465A199D100}"/>
                    </a:ext>
                  </a:extLst>
                </p:cNvPr>
                <p:cNvSpPr txBox="1"/>
                <p:nvPr/>
              </p:nvSpPr>
              <p:spPr>
                <a:xfrm>
                  <a:off x="8694466" y="-9813885"/>
                  <a:ext cx="8393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ja-JP" altLang="en-US" b="1" dirty="0">
                      <a:solidFill>
                        <a:srgbClr val="D51506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溶出</a:t>
                  </a:r>
                </a:p>
              </p:txBody>
            </p:sp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6A9CBABE-30BD-0FD4-9ACC-22650EB78007}"/>
                    </a:ext>
                  </a:extLst>
                </p:cNvPr>
                <p:cNvSpPr txBox="1"/>
                <p:nvPr/>
              </p:nvSpPr>
              <p:spPr>
                <a:xfrm>
                  <a:off x="7308263" y="-9094788"/>
                  <a:ext cx="164276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ja-JP" altLang="en-US" b="1" dirty="0">
                      <a:solidFill>
                        <a:srgbClr val="005B8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触媒反応</a:t>
                  </a:r>
                </a:p>
              </p:txBody>
            </p:sp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8FADF507-BF50-6EB4-8293-211000D3A058}"/>
                    </a:ext>
                  </a:extLst>
                </p:cNvPr>
                <p:cNvGrpSpPr/>
                <p:nvPr/>
              </p:nvGrpSpPr>
              <p:grpSpPr>
                <a:xfrm>
                  <a:off x="6384032" y="-10768024"/>
                  <a:ext cx="3507910" cy="3357636"/>
                  <a:chOff x="-176583" y="445828"/>
                  <a:chExt cx="3979861" cy="3809369"/>
                </a:xfrm>
              </p:grpSpPr>
              <p:grpSp>
                <p:nvGrpSpPr>
                  <p:cNvPr id="468" name="グループ化 467">
                    <a:extLst>
                      <a:ext uri="{FF2B5EF4-FFF2-40B4-BE49-F238E27FC236}">
                        <a16:creationId xmlns:a16="http://schemas.microsoft.com/office/drawing/2014/main" id="{FFC40DDE-3BED-4EDB-65CA-6AAEC56A6BD7}"/>
                      </a:ext>
                    </a:extLst>
                  </p:cNvPr>
                  <p:cNvGrpSpPr/>
                  <p:nvPr/>
                </p:nvGrpSpPr>
                <p:grpSpPr>
                  <a:xfrm>
                    <a:off x="-176583" y="445828"/>
                    <a:ext cx="3979861" cy="3809369"/>
                    <a:chOff x="635792" y="3328482"/>
                    <a:chExt cx="3201264" cy="3064126"/>
                  </a:xfrm>
                </p:grpSpPr>
                <p:sp>
                  <p:nvSpPr>
                    <p:cNvPr id="475" name="円弧 474">
                      <a:extLst>
                        <a:ext uri="{FF2B5EF4-FFF2-40B4-BE49-F238E27FC236}">
                          <a16:creationId xmlns:a16="http://schemas.microsoft.com/office/drawing/2014/main" id="{D7FC7D5D-343A-D423-1F76-4D6228BF95E5}"/>
                        </a:ext>
                      </a:extLst>
                    </p:cNvPr>
                    <p:cNvSpPr/>
                    <p:nvPr/>
                  </p:nvSpPr>
                  <p:spPr>
                    <a:xfrm rot="20439484">
                      <a:off x="635792" y="3996769"/>
                      <a:ext cx="1102705" cy="1102705"/>
                    </a:xfrm>
                    <a:prstGeom prst="arc">
                      <a:avLst>
                        <a:gd name="adj1" fmla="val 19713318"/>
                        <a:gd name="adj2" fmla="val 1654528"/>
                      </a:avLst>
                    </a:prstGeom>
                    <a:ln w="38100">
                      <a:solidFill>
                        <a:srgbClr val="D51506"/>
                      </a:solidFill>
                      <a:prstDash val="solid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 dirty="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6" name="円弧 475">
                      <a:extLst>
                        <a:ext uri="{FF2B5EF4-FFF2-40B4-BE49-F238E27FC236}">
                          <a16:creationId xmlns:a16="http://schemas.microsoft.com/office/drawing/2014/main" id="{88A065D6-2C2A-0E3D-F5B5-7DA6E41DE7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34351" y="4242647"/>
                      <a:ext cx="1102705" cy="1102705"/>
                    </a:xfrm>
                    <a:prstGeom prst="arc">
                      <a:avLst>
                        <a:gd name="adj1" fmla="val 6716678"/>
                        <a:gd name="adj2" fmla="val 10109756"/>
                      </a:avLst>
                    </a:prstGeom>
                    <a:ln w="38100">
                      <a:solidFill>
                        <a:srgbClr val="D51506"/>
                      </a:solidFill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 dirty="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7" name="円弧 476">
                      <a:extLst>
                        <a:ext uri="{FF2B5EF4-FFF2-40B4-BE49-F238E27FC236}">
                          <a16:creationId xmlns:a16="http://schemas.microsoft.com/office/drawing/2014/main" id="{8B73EB7D-B0E8-793F-D32C-F74C2418E7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61636" y="5289903"/>
                      <a:ext cx="1102705" cy="1102705"/>
                    </a:xfrm>
                    <a:prstGeom prst="arc">
                      <a:avLst>
                        <a:gd name="adj1" fmla="val 10384944"/>
                        <a:gd name="adj2" fmla="val 13882916"/>
                      </a:avLst>
                    </a:prstGeom>
                    <a:ln w="38100">
                      <a:solidFill>
                        <a:srgbClr val="D51506"/>
                      </a:solidFill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 dirty="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8" name="円弧 477">
                      <a:extLst>
                        <a:ext uri="{FF2B5EF4-FFF2-40B4-BE49-F238E27FC236}">
                          <a16:creationId xmlns:a16="http://schemas.microsoft.com/office/drawing/2014/main" id="{511636D6-FD12-1CC2-61F5-3B3FE3DC89D4}"/>
                        </a:ext>
                      </a:extLst>
                    </p:cNvPr>
                    <p:cNvSpPr/>
                    <p:nvPr/>
                  </p:nvSpPr>
                  <p:spPr>
                    <a:xfrm rot="20439484">
                      <a:off x="903331" y="5189528"/>
                      <a:ext cx="1102705" cy="1102705"/>
                    </a:xfrm>
                    <a:prstGeom prst="arc">
                      <a:avLst>
                        <a:gd name="adj1" fmla="val 15935009"/>
                        <a:gd name="adj2" fmla="val 19486096"/>
                      </a:avLst>
                    </a:prstGeom>
                    <a:ln w="38100">
                      <a:solidFill>
                        <a:srgbClr val="D51506"/>
                      </a:solidFill>
                      <a:prstDash val="sysDot"/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 dirty="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9" name="円弧 478">
                      <a:extLst>
                        <a:ext uri="{FF2B5EF4-FFF2-40B4-BE49-F238E27FC236}">
                          <a16:creationId xmlns:a16="http://schemas.microsoft.com/office/drawing/2014/main" id="{F0F471D4-3D90-7BB6-66DA-AD94445E7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5015" y="3328482"/>
                      <a:ext cx="998365" cy="1102705"/>
                    </a:xfrm>
                    <a:prstGeom prst="arc">
                      <a:avLst>
                        <a:gd name="adj1" fmla="val 2748828"/>
                        <a:gd name="adj2" fmla="val 6450103"/>
                      </a:avLst>
                    </a:prstGeom>
                    <a:ln w="38100">
                      <a:solidFill>
                        <a:srgbClr val="D51506"/>
                      </a:solidFill>
                      <a:headEnd type="triangl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 dirty="0">
                        <a:ea typeface="游ゴシック" panose="020B0400000000000000" pitchFamily="50" charset="-128"/>
                      </a:endParaRPr>
                    </a:p>
                  </p:txBody>
                </p:sp>
              </p:grpSp>
              <p:grpSp>
                <p:nvGrpSpPr>
                  <p:cNvPr id="469" name="グループ化 468">
                    <a:extLst>
                      <a:ext uri="{FF2B5EF4-FFF2-40B4-BE49-F238E27FC236}">
                        <a16:creationId xmlns:a16="http://schemas.microsoft.com/office/drawing/2014/main" id="{558DA4E8-8EFA-FCA7-7064-F5CF54662DA5}"/>
                      </a:ext>
                    </a:extLst>
                  </p:cNvPr>
                  <p:cNvGrpSpPr/>
                  <p:nvPr/>
                </p:nvGrpSpPr>
                <p:grpSpPr>
                  <a:xfrm>
                    <a:off x="1056078" y="1764446"/>
                    <a:ext cx="1370900" cy="1370900"/>
                    <a:chOff x="1644873" y="4389133"/>
                    <a:chExt cx="1102705" cy="1102705"/>
                  </a:xfrm>
                </p:grpSpPr>
                <p:sp>
                  <p:nvSpPr>
                    <p:cNvPr id="470" name="円弧 469">
                      <a:extLst>
                        <a:ext uri="{FF2B5EF4-FFF2-40B4-BE49-F238E27FC236}">
                          <a16:creationId xmlns:a16="http://schemas.microsoft.com/office/drawing/2014/main" id="{8E85BD2A-AF31-C46B-9717-CA4C7BE49F1C}"/>
                        </a:ext>
                      </a:extLst>
                    </p:cNvPr>
                    <p:cNvSpPr/>
                    <p:nvPr/>
                  </p:nvSpPr>
                  <p:spPr>
                    <a:xfrm rot="3036775">
                      <a:off x="1644873" y="4389133"/>
                      <a:ext cx="1102705" cy="1102705"/>
                    </a:xfrm>
                    <a:prstGeom prst="arc">
                      <a:avLst>
                        <a:gd name="adj1" fmla="val 18234785"/>
                        <a:gd name="adj2" fmla="val 20963355"/>
                      </a:avLst>
                    </a:prstGeom>
                    <a:ln w="38100">
                      <a:solidFill>
                        <a:srgbClr val="005B82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1" name="円弧 470">
                      <a:extLst>
                        <a:ext uri="{FF2B5EF4-FFF2-40B4-BE49-F238E27FC236}">
                          <a16:creationId xmlns:a16="http://schemas.microsoft.com/office/drawing/2014/main" id="{FF7C5CC5-7BE6-96C8-A97A-7951E5E75C14}"/>
                        </a:ext>
                      </a:extLst>
                    </p:cNvPr>
                    <p:cNvSpPr/>
                    <p:nvPr/>
                  </p:nvSpPr>
                  <p:spPr>
                    <a:xfrm rot="3036775">
                      <a:off x="1644873" y="4389133"/>
                      <a:ext cx="1102705" cy="1102705"/>
                    </a:xfrm>
                    <a:prstGeom prst="arc">
                      <a:avLst>
                        <a:gd name="adj1" fmla="val 13960208"/>
                        <a:gd name="adj2" fmla="val 16567947"/>
                      </a:avLst>
                    </a:prstGeom>
                    <a:ln w="38100">
                      <a:solidFill>
                        <a:srgbClr val="005B82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2" name="円弧 471">
                      <a:extLst>
                        <a:ext uri="{FF2B5EF4-FFF2-40B4-BE49-F238E27FC236}">
                          <a16:creationId xmlns:a16="http://schemas.microsoft.com/office/drawing/2014/main" id="{459E9302-491F-7C61-0FAB-01686746C843}"/>
                        </a:ext>
                      </a:extLst>
                    </p:cNvPr>
                    <p:cNvSpPr/>
                    <p:nvPr/>
                  </p:nvSpPr>
                  <p:spPr>
                    <a:xfrm rot="1964917">
                      <a:off x="1644873" y="4389133"/>
                      <a:ext cx="1102705" cy="1102705"/>
                    </a:xfrm>
                    <a:prstGeom prst="arc">
                      <a:avLst>
                        <a:gd name="adj1" fmla="val 6393080"/>
                        <a:gd name="adj2" fmla="val 9397424"/>
                      </a:avLst>
                    </a:prstGeom>
                    <a:ln w="38100">
                      <a:solidFill>
                        <a:srgbClr val="005B82"/>
                      </a:solidFill>
                      <a:prstDash val="sysDot"/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3" name="円弧 472">
                      <a:extLst>
                        <a:ext uri="{FF2B5EF4-FFF2-40B4-BE49-F238E27FC236}">
                          <a16:creationId xmlns:a16="http://schemas.microsoft.com/office/drawing/2014/main" id="{466AC938-78BF-D80C-F514-8AD05CF2290D}"/>
                        </a:ext>
                      </a:extLst>
                    </p:cNvPr>
                    <p:cNvSpPr/>
                    <p:nvPr/>
                  </p:nvSpPr>
                  <p:spPr>
                    <a:xfrm rot="2446631">
                      <a:off x="1644873" y="4389133"/>
                      <a:ext cx="1102705" cy="1102705"/>
                    </a:xfrm>
                    <a:prstGeom prst="arc">
                      <a:avLst>
                        <a:gd name="adj1" fmla="val 1060883"/>
                        <a:gd name="adj2" fmla="val 4193964"/>
                      </a:avLst>
                    </a:prstGeom>
                    <a:ln w="38100">
                      <a:solidFill>
                        <a:srgbClr val="005B82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 dirty="0">
                        <a:ea typeface="游ゴシック" panose="020B0400000000000000" pitchFamily="50" charset="-128"/>
                      </a:endParaRPr>
                    </a:p>
                  </p:txBody>
                </p:sp>
                <p:sp>
                  <p:nvSpPr>
                    <p:cNvPr id="474" name="円弧 473">
                      <a:extLst>
                        <a:ext uri="{FF2B5EF4-FFF2-40B4-BE49-F238E27FC236}">
                          <a16:creationId xmlns:a16="http://schemas.microsoft.com/office/drawing/2014/main" id="{16F2D3BA-BDE5-6CC5-9B17-86A70E726355}"/>
                        </a:ext>
                      </a:extLst>
                    </p:cNvPr>
                    <p:cNvSpPr/>
                    <p:nvPr/>
                  </p:nvSpPr>
                  <p:spPr>
                    <a:xfrm rot="3036775">
                      <a:off x="1644873" y="4389133"/>
                      <a:ext cx="1102705" cy="1102705"/>
                    </a:xfrm>
                    <a:prstGeom prst="arc">
                      <a:avLst>
                        <a:gd name="adj1" fmla="val 9774902"/>
                        <a:gd name="adj2" fmla="val 12541547"/>
                      </a:avLst>
                    </a:prstGeom>
                    <a:ln w="38100">
                      <a:solidFill>
                        <a:srgbClr val="005B82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1400">
                        <a:ea typeface="游ゴシック" panose="020B0400000000000000" pitchFamily="50" charset="-128"/>
                      </a:endParaRPr>
                    </a:p>
                  </p:txBody>
                </p:sp>
              </p:grpSp>
            </p:grpSp>
            <p:grpSp>
              <p:nvGrpSpPr>
                <p:cNvPr id="24" name="グループ化 23">
                  <a:extLst>
                    <a:ext uri="{FF2B5EF4-FFF2-40B4-BE49-F238E27FC236}">
                      <a16:creationId xmlns:a16="http://schemas.microsoft.com/office/drawing/2014/main" id="{683CEF2F-A45E-A3E5-6335-03AFAE189031}"/>
                    </a:ext>
                  </a:extLst>
                </p:cNvPr>
                <p:cNvGrpSpPr/>
                <p:nvPr/>
              </p:nvGrpSpPr>
              <p:grpSpPr>
                <a:xfrm>
                  <a:off x="7334889" y="-9792185"/>
                  <a:ext cx="1511013" cy="1438562"/>
                  <a:chOff x="1593968" y="4261561"/>
                  <a:chExt cx="1215407" cy="1157130"/>
                </a:xfrm>
              </p:grpSpPr>
              <p:sp>
                <p:nvSpPr>
                  <p:cNvPr id="463" name="テキスト ボックス 462">
                    <a:extLst>
                      <a:ext uri="{FF2B5EF4-FFF2-40B4-BE49-F238E27FC236}">
                        <a16:creationId xmlns:a16="http://schemas.microsoft.com/office/drawing/2014/main" id="{0F3D144C-1795-DD39-F48F-6A110F0B759C}"/>
                      </a:ext>
                    </a:extLst>
                  </p:cNvPr>
                  <p:cNvSpPr txBox="1"/>
                  <p:nvPr/>
                </p:nvSpPr>
                <p:spPr>
                  <a:xfrm>
                    <a:off x="2520736" y="4605453"/>
                    <a:ext cx="288639" cy="22280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0">
                    <a:spAutoFit/>
                  </a:bodyPr>
                  <a:lstStyle/>
                  <a:p>
                    <a:pPr algn="ctr"/>
                    <a:r>
                      <a:rPr lang="en-US" altLang="ja-JP" b="1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X</a:t>
                    </a:r>
                    <a:r>
                      <a:rPr lang="en-US" altLang="ja-JP" b="1" baseline="-25000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2</a:t>
                    </a:r>
                    <a:endParaRPr lang="ja-JP" altLang="en-US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4" name="テキスト ボックス 463">
                    <a:extLst>
                      <a:ext uri="{FF2B5EF4-FFF2-40B4-BE49-F238E27FC236}">
                        <a16:creationId xmlns:a16="http://schemas.microsoft.com/office/drawing/2014/main" id="{786200B4-440E-CD85-6F38-472242E39401}"/>
                      </a:ext>
                    </a:extLst>
                  </p:cNvPr>
                  <p:cNvSpPr txBox="1"/>
                  <p:nvPr/>
                </p:nvSpPr>
                <p:spPr>
                  <a:xfrm>
                    <a:off x="2408714" y="5184187"/>
                    <a:ext cx="288639" cy="22280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0">
                    <a:spAutoFit/>
                  </a:bodyPr>
                  <a:lstStyle/>
                  <a:p>
                    <a:pPr algn="ctr"/>
                    <a:r>
                      <a:rPr lang="en-US" altLang="ja-JP" b="1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X</a:t>
                    </a:r>
                    <a:r>
                      <a:rPr lang="en-US" altLang="ja-JP" b="1" baseline="-25000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3</a:t>
                    </a:r>
                    <a:endParaRPr lang="ja-JP" altLang="en-US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5" name="テキスト ボックス 464">
                    <a:extLst>
                      <a:ext uri="{FF2B5EF4-FFF2-40B4-BE49-F238E27FC236}">
                        <a16:creationId xmlns:a16="http://schemas.microsoft.com/office/drawing/2014/main" id="{5393A1BA-1C17-935C-3228-E3352B1DC1CE}"/>
                      </a:ext>
                    </a:extLst>
                  </p:cNvPr>
                  <p:cNvSpPr txBox="1"/>
                  <p:nvPr/>
                </p:nvSpPr>
                <p:spPr>
                  <a:xfrm>
                    <a:off x="1737227" y="5195882"/>
                    <a:ext cx="288639" cy="22280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0">
                    <a:spAutoFit/>
                  </a:bodyPr>
                  <a:lstStyle/>
                  <a:p>
                    <a:pPr algn="ctr"/>
                    <a:r>
                      <a:rPr lang="en-US" altLang="ja-JP" b="1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X</a:t>
                    </a:r>
                    <a:r>
                      <a:rPr lang="en-US" altLang="ja-JP" b="1" baseline="-25000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4</a:t>
                    </a:r>
                    <a:endParaRPr lang="ja-JP" altLang="en-US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6" name="テキスト ボックス 465">
                    <a:extLst>
                      <a:ext uri="{FF2B5EF4-FFF2-40B4-BE49-F238E27FC236}">
                        <a16:creationId xmlns:a16="http://schemas.microsoft.com/office/drawing/2014/main" id="{89FE88D6-BCA0-FF0A-633B-473190C9DF73}"/>
                      </a:ext>
                    </a:extLst>
                  </p:cNvPr>
                  <p:cNvSpPr txBox="1"/>
                  <p:nvPr/>
                </p:nvSpPr>
                <p:spPr>
                  <a:xfrm>
                    <a:off x="1593968" y="4605453"/>
                    <a:ext cx="288639" cy="22280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0">
                    <a:spAutoFit/>
                  </a:bodyPr>
                  <a:lstStyle/>
                  <a:p>
                    <a:pPr algn="ctr"/>
                    <a:r>
                      <a:rPr lang="en-US" altLang="ja-JP" b="1" dirty="0" err="1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X</a:t>
                    </a:r>
                    <a:r>
                      <a:rPr lang="en-US" altLang="ja-JP" b="1" baseline="-25000" dirty="0" err="1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n</a:t>
                    </a:r>
                    <a:endParaRPr lang="ja-JP" altLang="en-US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7" name="テキスト ボックス 466">
                    <a:extLst>
                      <a:ext uri="{FF2B5EF4-FFF2-40B4-BE49-F238E27FC236}">
                        <a16:creationId xmlns:a16="http://schemas.microsoft.com/office/drawing/2014/main" id="{413FB369-53AC-FC8F-4543-51FE83DB0C4F}"/>
                      </a:ext>
                    </a:extLst>
                  </p:cNvPr>
                  <p:cNvSpPr txBox="1"/>
                  <p:nvPr/>
                </p:nvSpPr>
                <p:spPr>
                  <a:xfrm>
                    <a:off x="2058678" y="4261561"/>
                    <a:ext cx="288639" cy="22280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0">
                    <a:spAutoFit/>
                  </a:bodyPr>
                  <a:lstStyle/>
                  <a:p>
                    <a:pPr algn="ctr"/>
                    <a:r>
                      <a:rPr lang="en-US" altLang="ja-JP" b="1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X</a:t>
                    </a:r>
                    <a:r>
                      <a:rPr lang="en-US" altLang="ja-JP" b="1" baseline="-25000" dirty="0">
                        <a:solidFill>
                          <a:srgbClr val="005B82"/>
                        </a:solidFill>
                        <a:ea typeface="游ゴシック" panose="020B0400000000000000" pitchFamily="50" charset="-128"/>
                        <a:cs typeface="Arial" panose="020B0604020202020204" pitchFamily="34" charset="0"/>
                      </a:rPr>
                      <a:t>1</a:t>
                    </a:r>
                    <a:endParaRPr lang="ja-JP" altLang="en-US" b="1" baseline="-25000" dirty="0">
                      <a:solidFill>
                        <a:srgbClr val="005B82"/>
                      </a:solidFill>
                      <a:ea typeface="游ゴシック" panose="020B0400000000000000" pitchFamily="50" charset="-128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330B572A-5857-32A3-87C2-B90D9063A025}"/>
                  </a:ext>
                </a:extLst>
              </p:cNvPr>
              <p:cNvSpPr txBox="1"/>
              <p:nvPr/>
            </p:nvSpPr>
            <p:spPr>
              <a:xfrm>
                <a:off x="1736106" y="1660732"/>
                <a:ext cx="282745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3200" b="1" dirty="0">
                    <a:solidFill>
                      <a:srgbClr val="005B8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数理</a:t>
                </a:r>
              </a:p>
            </p:txBody>
          </p:sp>
          <p:sp>
            <p:nvSpPr>
              <p:cNvPr id="506" name="テキスト ボックス 505">
                <a:extLst>
                  <a:ext uri="{FF2B5EF4-FFF2-40B4-BE49-F238E27FC236}">
                    <a16:creationId xmlns:a16="http://schemas.microsoft.com/office/drawing/2014/main" id="{F5F62A2B-9C75-1146-C632-2D35D6AD99C2}"/>
                  </a:ext>
                </a:extLst>
              </p:cNvPr>
              <p:cNvSpPr txBox="1"/>
              <p:nvPr/>
            </p:nvSpPr>
            <p:spPr>
              <a:xfrm>
                <a:off x="2583742" y="1814151"/>
                <a:ext cx="282745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005B8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ja-JP" altLang="en-US" b="1" dirty="0">
                    <a:solidFill>
                      <a:srgbClr val="005B8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モデル構築・予測</a:t>
                </a:r>
                <a:r>
                  <a:rPr kumimoji="1" lang="en-US" altLang="ja-JP" b="1" dirty="0">
                    <a:solidFill>
                      <a:srgbClr val="005B8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b="1" dirty="0">
                  <a:solidFill>
                    <a:srgbClr val="005B8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7" name="テキスト ボックス 506">
                <a:extLst>
                  <a:ext uri="{FF2B5EF4-FFF2-40B4-BE49-F238E27FC236}">
                    <a16:creationId xmlns:a16="http://schemas.microsoft.com/office/drawing/2014/main" id="{52C8B682-D084-060D-A4BA-DD37F842C24F}"/>
                  </a:ext>
                </a:extLst>
              </p:cNvPr>
              <p:cNvSpPr txBox="1"/>
              <p:nvPr/>
            </p:nvSpPr>
            <p:spPr>
              <a:xfrm>
                <a:off x="2583742" y="6417075"/>
                <a:ext cx="411099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D5150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ja-JP" altLang="en-US" b="1" dirty="0">
                    <a:solidFill>
                      <a:srgbClr val="D5150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速度定数抽出・妥当性検証</a:t>
                </a:r>
                <a:r>
                  <a:rPr kumimoji="1" lang="en-US" altLang="ja-JP" b="1" dirty="0">
                    <a:solidFill>
                      <a:srgbClr val="D5150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ja-JP" altLang="en-US" b="1" dirty="0">
                  <a:solidFill>
                    <a:srgbClr val="D5150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7" name="グループ化 516">
              <a:extLst>
                <a:ext uri="{FF2B5EF4-FFF2-40B4-BE49-F238E27FC236}">
                  <a16:creationId xmlns:a16="http://schemas.microsoft.com/office/drawing/2014/main" id="{B063ACDF-5726-2BFC-FE42-BF46079F3AB4}"/>
                </a:ext>
              </a:extLst>
            </p:cNvPr>
            <p:cNvGrpSpPr/>
            <p:nvPr/>
          </p:nvGrpSpPr>
          <p:grpSpPr>
            <a:xfrm>
              <a:off x="4267850" y="2371368"/>
              <a:ext cx="7742751" cy="3725331"/>
              <a:chOff x="4267850" y="2371368"/>
              <a:chExt cx="7742751" cy="3725331"/>
            </a:xfrm>
          </p:grpSpPr>
          <p:grpSp>
            <p:nvGrpSpPr>
              <p:cNvPr id="497" name="グループ化 496">
                <a:extLst>
                  <a:ext uri="{FF2B5EF4-FFF2-40B4-BE49-F238E27FC236}">
                    <a16:creationId xmlns:a16="http://schemas.microsoft.com/office/drawing/2014/main" id="{067DDDF5-DDDF-8087-31CA-4781CF1581CD}"/>
                  </a:ext>
                </a:extLst>
              </p:cNvPr>
              <p:cNvGrpSpPr/>
              <p:nvPr/>
            </p:nvGrpSpPr>
            <p:grpSpPr>
              <a:xfrm>
                <a:off x="4267850" y="3109058"/>
                <a:ext cx="3782626" cy="2048663"/>
                <a:chOff x="18411116" y="-2275822"/>
                <a:chExt cx="3782626" cy="2048663"/>
              </a:xfrm>
            </p:grpSpPr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A440934F-1D9E-EA59-D1D2-151CB08FAC71}"/>
                    </a:ext>
                  </a:extLst>
                </p:cNvPr>
                <p:cNvSpPr/>
                <p:nvPr/>
              </p:nvSpPr>
              <p:spPr>
                <a:xfrm>
                  <a:off x="18956944" y="-1689290"/>
                  <a:ext cx="2628130" cy="1105719"/>
                </a:xfrm>
                <a:prstGeom prst="rect">
                  <a:avLst/>
                </a:prstGeom>
                <a:solidFill>
                  <a:schemeClr val="tx1"/>
                </a:solidFill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solidFill>
                      <a:srgbClr val="005B82"/>
                    </a:solidFill>
                  </a:endParaRPr>
                </a:p>
              </p:txBody>
            </p:sp>
            <p:sp>
              <p:nvSpPr>
                <p:cNvPr id="36" name="矢印: 下 35">
                  <a:extLst>
                    <a:ext uri="{FF2B5EF4-FFF2-40B4-BE49-F238E27FC236}">
                      <a16:creationId xmlns:a16="http://schemas.microsoft.com/office/drawing/2014/main" id="{039A9078-F24D-1E62-7F83-00682ABDFF83}"/>
                    </a:ext>
                  </a:extLst>
                </p:cNvPr>
                <p:cNvSpPr/>
                <p:nvPr/>
              </p:nvSpPr>
              <p:spPr>
                <a:xfrm rot="19512665">
                  <a:off x="18411116" y="-2275822"/>
                  <a:ext cx="536338" cy="528027"/>
                </a:xfrm>
                <a:prstGeom prst="downArrow">
                  <a:avLst/>
                </a:prstGeom>
                <a:noFill/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6BDD4301-847C-6FA0-D46E-2F903FB0DBD3}"/>
                    </a:ext>
                  </a:extLst>
                </p:cNvPr>
                <p:cNvSpPr txBox="1"/>
                <p:nvPr/>
              </p:nvSpPr>
              <p:spPr>
                <a:xfrm>
                  <a:off x="18892544" y="-1568454"/>
                  <a:ext cx="2764538" cy="9848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kumimoji="1" lang="ja-JP" altLang="en-US" sz="32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速度論による</a:t>
                  </a:r>
                  <a:endParaRPr kumimoji="1" lang="en-US" altLang="ja-JP" sz="3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kumimoji="1" lang="ja-JP" altLang="en-US" sz="32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触媒開発</a:t>
                  </a:r>
                </a:p>
              </p:txBody>
            </p:sp>
            <p:sp>
              <p:nvSpPr>
                <p:cNvPr id="44" name="矢印: 下 43">
                  <a:extLst>
                    <a:ext uri="{FF2B5EF4-FFF2-40B4-BE49-F238E27FC236}">
                      <a16:creationId xmlns:a16="http://schemas.microsoft.com/office/drawing/2014/main" id="{51BF7410-553D-5E38-FEB8-0F2304BACF27}"/>
                    </a:ext>
                  </a:extLst>
                </p:cNvPr>
                <p:cNvSpPr/>
                <p:nvPr/>
              </p:nvSpPr>
              <p:spPr>
                <a:xfrm rot="12825329">
                  <a:off x="18411116" y="-755186"/>
                  <a:ext cx="536338" cy="528027"/>
                </a:xfrm>
                <a:prstGeom prst="downArrow">
                  <a:avLst/>
                </a:prstGeom>
                <a:noFill/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5" name="矢印: 下 44">
                  <a:extLst>
                    <a:ext uri="{FF2B5EF4-FFF2-40B4-BE49-F238E27FC236}">
                      <a16:creationId xmlns:a16="http://schemas.microsoft.com/office/drawing/2014/main" id="{33858642-E683-F3D2-7F2D-51E6313746DE}"/>
                    </a:ext>
                  </a:extLst>
                </p:cNvPr>
                <p:cNvSpPr/>
                <p:nvPr/>
              </p:nvSpPr>
              <p:spPr>
                <a:xfrm rot="5400000">
                  <a:off x="21661560" y="-1421653"/>
                  <a:ext cx="536338" cy="528027"/>
                </a:xfrm>
                <a:prstGeom prst="downArrow">
                  <a:avLst/>
                </a:prstGeom>
                <a:noFill/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494" name="グループ化 493">
                <a:extLst>
                  <a:ext uri="{FF2B5EF4-FFF2-40B4-BE49-F238E27FC236}">
                    <a16:creationId xmlns:a16="http://schemas.microsoft.com/office/drawing/2014/main" id="{EA9C8B80-5805-8DA5-BACE-D57C64DA53DB}"/>
                  </a:ext>
                </a:extLst>
              </p:cNvPr>
              <p:cNvGrpSpPr/>
              <p:nvPr/>
            </p:nvGrpSpPr>
            <p:grpSpPr>
              <a:xfrm>
                <a:off x="8432148" y="3009046"/>
                <a:ext cx="2395588" cy="3002193"/>
                <a:chOff x="11809574" y="6972991"/>
                <a:chExt cx="3047112" cy="3818695"/>
              </a:xfrm>
            </p:grpSpPr>
            <p:grpSp>
              <p:nvGrpSpPr>
                <p:cNvPr id="61" name="グループ化 60">
                  <a:extLst>
                    <a:ext uri="{FF2B5EF4-FFF2-40B4-BE49-F238E27FC236}">
                      <a16:creationId xmlns:a16="http://schemas.microsoft.com/office/drawing/2014/main" id="{3EC2FE9E-D32B-1F21-C642-01E714FB9252}"/>
                    </a:ext>
                  </a:extLst>
                </p:cNvPr>
                <p:cNvGrpSpPr/>
                <p:nvPr/>
              </p:nvGrpSpPr>
              <p:grpSpPr>
                <a:xfrm>
                  <a:off x="11809575" y="9182534"/>
                  <a:ext cx="2858503" cy="987561"/>
                  <a:chOff x="8099038" y="782458"/>
                  <a:chExt cx="2858503" cy="987561"/>
                </a:xfrm>
              </p:grpSpPr>
              <p:sp>
                <p:nvSpPr>
                  <p:cNvPr id="157" name="正方形/長方形 156">
                    <a:extLst>
                      <a:ext uri="{FF2B5EF4-FFF2-40B4-BE49-F238E27FC236}">
                        <a16:creationId xmlns:a16="http://schemas.microsoft.com/office/drawing/2014/main" id="{176E0CA3-9B25-62B3-2EDB-109B026436E7}"/>
                      </a:ext>
                    </a:extLst>
                  </p:cNvPr>
                  <p:cNvSpPr/>
                  <p:nvPr/>
                </p:nvSpPr>
                <p:spPr>
                  <a:xfrm>
                    <a:off x="8099038" y="785703"/>
                    <a:ext cx="2858503" cy="98431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 dirty="0"/>
                  </a:p>
                </p:txBody>
              </p:sp>
              <p:sp>
                <p:nvSpPr>
                  <p:cNvPr id="158" name="フリーフォーム: 図形 157">
                    <a:extLst>
                      <a:ext uri="{FF2B5EF4-FFF2-40B4-BE49-F238E27FC236}">
                        <a16:creationId xmlns:a16="http://schemas.microsoft.com/office/drawing/2014/main" id="{CA7B5782-AD97-FF6C-BC1F-205291E62210}"/>
                      </a:ext>
                    </a:extLst>
                  </p:cNvPr>
                  <p:cNvSpPr/>
                  <p:nvPr/>
                </p:nvSpPr>
                <p:spPr>
                  <a:xfrm>
                    <a:off x="8100726" y="782458"/>
                    <a:ext cx="2856814" cy="984316"/>
                  </a:xfrm>
                  <a:custGeom>
                    <a:avLst/>
                    <a:gdLst>
                      <a:gd name="csX0" fmla="*/ 1350244 w 2730350"/>
                      <a:gd name="csY0" fmla="*/ 308679 h 984316"/>
                      <a:gd name="csX1" fmla="*/ 1347166 w 2730350"/>
                      <a:gd name="csY1" fmla="*/ 350978 h 984316"/>
                      <a:gd name="csX2" fmla="*/ 1274417 w 2730350"/>
                      <a:gd name="csY2" fmla="*/ 631652 h 984316"/>
                      <a:gd name="csX3" fmla="*/ 1254113 w 2730350"/>
                      <a:gd name="csY3" fmla="*/ 684429 h 984316"/>
                      <a:gd name="csX4" fmla="*/ 1351037 w 2730350"/>
                      <a:gd name="csY4" fmla="*/ 800795 h 984316"/>
                      <a:gd name="csX5" fmla="*/ 1352175 w 2730350"/>
                      <a:gd name="csY5" fmla="*/ 802437 h 984316"/>
                      <a:gd name="csX6" fmla="*/ 1412378 w 2730350"/>
                      <a:gd name="csY6" fmla="*/ 662019 h 984316"/>
                      <a:gd name="csX7" fmla="*/ 1524272 w 2730350"/>
                      <a:gd name="csY7" fmla="*/ 460987 h 984316"/>
                      <a:gd name="csX8" fmla="*/ 1569898 w 2730350"/>
                      <a:gd name="csY8" fmla="*/ 401085 h 984316"/>
                      <a:gd name="csX9" fmla="*/ 1462858 w 2730350"/>
                      <a:gd name="csY9" fmla="*/ 356833 h 984316"/>
                      <a:gd name="csX10" fmla="*/ 919018 w 2730350"/>
                      <a:gd name="csY10" fmla="*/ 99160 h 984316"/>
                      <a:gd name="csX11" fmla="*/ 911608 w 2730350"/>
                      <a:gd name="csY11" fmla="*/ 181007 h 984316"/>
                      <a:gd name="csX12" fmla="*/ 958935 w 2730350"/>
                      <a:gd name="csY12" fmla="*/ 238625 h 984316"/>
                      <a:gd name="csX13" fmla="*/ 984677 w 2730350"/>
                      <a:gd name="csY13" fmla="*/ 280212 h 984316"/>
                      <a:gd name="csX14" fmla="*/ 986904 w 2730350"/>
                      <a:gd name="csY14" fmla="*/ 260984 h 984316"/>
                      <a:gd name="csX15" fmla="*/ 1011715 w 2730350"/>
                      <a:gd name="csY15" fmla="*/ 158007 h 984316"/>
                      <a:gd name="csX16" fmla="*/ 1014536 w 2730350"/>
                      <a:gd name="csY16" fmla="*/ 152310 h 984316"/>
                      <a:gd name="csX17" fmla="*/ 956076 w 2730350"/>
                      <a:gd name="csY17" fmla="*/ 121517 h 984316"/>
                      <a:gd name="csX18" fmla="*/ 0 w 2730350"/>
                      <a:gd name="csY18" fmla="*/ 0 h 984316"/>
                      <a:gd name="csX19" fmla="*/ 21168 w 2730350"/>
                      <a:gd name="csY19" fmla="*/ 0 h 984316"/>
                      <a:gd name="csX20" fmla="*/ 150188 w 2730350"/>
                      <a:gd name="csY20" fmla="*/ 80052 h 984316"/>
                      <a:gd name="csX21" fmla="*/ 480521 w 2730350"/>
                      <a:gd name="csY21" fmla="*/ 529126 h 984316"/>
                      <a:gd name="csX22" fmla="*/ 486796 w 2730350"/>
                      <a:gd name="csY22" fmla="*/ 536980 h 984316"/>
                      <a:gd name="csX23" fmla="*/ 544576 w 2730350"/>
                      <a:gd name="csY23" fmla="*/ 382149 h 984316"/>
                      <a:gd name="csX24" fmla="*/ 620581 w 2730350"/>
                      <a:gd name="csY24" fmla="*/ 237831 h 984316"/>
                      <a:gd name="csX25" fmla="*/ 552605 w 2730350"/>
                      <a:gd name="csY25" fmla="*/ 104260 h 984316"/>
                      <a:gd name="csX26" fmla="*/ 517749 w 2730350"/>
                      <a:gd name="csY26" fmla="*/ 0 h 984316"/>
                      <a:gd name="csX27" fmla="*/ 667507 w 2730350"/>
                      <a:gd name="csY27" fmla="*/ 0 h 984316"/>
                      <a:gd name="csX28" fmla="*/ 745534 w 2730350"/>
                      <a:gd name="csY28" fmla="*/ 48413 h 984316"/>
                      <a:gd name="csX29" fmla="*/ 778575 w 2730350"/>
                      <a:gd name="csY29" fmla="*/ 1695 h 984316"/>
                      <a:gd name="csX30" fmla="*/ 780182 w 2730350"/>
                      <a:gd name="csY30" fmla="*/ 0 h 984316"/>
                      <a:gd name="csX31" fmla="*/ 1527831 w 2730350"/>
                      <a:gd name="csY31" fmla="*/ 0 h 984316"/>
                      <a:gd name="csX32" fmla="*/ 1613189 w 2730350"/>
                      <a:gd name="csY32" fmla="*/ 47001 h 984316"/>
                      <a:gd name="csX33" fmla="*/ 1792412 w 2730350"/>
                      <a:gd name="csY33" fmla="*/ 156590 h 984316"/>
                      <a:gd name="csX34" fmla="*/ 1852882 w 2730350"/>
                      <a:gd name="csY34" fmla="*/ 100581 h 984316"/>
                      <a:gd name="csX35" fmla="*/ 1961040 w 2730350"/>
                      <a:gd name="csY35" fmla="*/ 26002 h 984316"/>
                      <a:gd name="csX36" fmla="*/ 2008293 w 2730350"/>
                      <a:gd name="csY36" fmla="*/ 0 h 984316"/>
                      <a:gd name="csX37" fmla="*/ 2068907 w 2730350"/>
                      <a:gd name="csY37" fmla="*/ 0 h 984316"/>
                      <a:gd name="csX38" fmla="*/ 1993508 w 2730350"/>
                      <a:gd name="csY38" fmla="*/ 248935 h 984316"/>
                      <a:gd name="csX39" fmla="*/ 1999247 w 2730350"/>
                      <a:gd name="csY39" fmla="*/ 291325 h 984316"/>
                      <a:gd name="csX40" fmla="*/ 2035548 w 2730350"/>
                      <a:gd name="csY40" fmla="*/ 315276 h 984316"/>
                      <a:gd name="csX41" fmla="*/ 2223343 w 2730350"/>
                      <a:gd name="csY41" fmla="*/ 447324 h 984316"/>
                      <a:gd name="csX42" fmla="*/ 2299532 w 2730350"/>
                      <a:gd name="csY42" fmla="*/ 504432 h 984316"/>
                      <a:gd name="csX43" fmla="*/ 2346930 w 2730350"/>
                      <a:gd name="csY43" fmla="*/ 382148 h 984316"/>
                      <a:gd name="csX44" fmla="*/ 2511153 w 2730350"/>
                      <a:gd name="csY44" fmla="*/ 93547 h 984316"/>
                      <a:gd name="csX45" fmla="*/ 2584910 w 2730350"/>
                      <a:gd name="csY45" fmla="*/ 0 h 984316"/>
                      <a:gd name="csX46" fmla="*/ 2730350 w 2730350"/>
                      <a:gd name="csY46" fmla="*/ 0 h 984316"/>
                      <a:gd name="csX47" fmla="*/ 2711329 w 2730350"/>
                      <a:gd name="csY47" fmla="*/ 210092 h 984316"/>
                      <a:gd name="csX48" fmla="*/ 2528959 w 2730350"/>
                      <a:gd name="csY48" fmla="*/ 606326 h 984316"/>
                      <a:gd name="csX49" fmla="*/ 2496502 w 2730350"/>
                      <a:gd name="csY49" fmla="*/ 660191 h 984316"/>
                      <a:gd name="csX50" fmla="*/ 2529811 w 2730350"/>
                      <a:gd name="csY50" fmla="*/ 690799 h 984316"/>
                      <a:gd name="csX51" fmla="*/ 2551338 w 2730350"/>
                      <a:gd name="csY51" fmla="*/ 714598 h 984316"/>
                      <a:gd name="csX52" fmla="*/ 2507292 w 2730350"/>
                      <a:gd name="csY52" fmla="*/ 739336 h 984316"/>
                      <a:gd name="csX53" fmla="*/ 2456217 w 2730350"/>
                      <a:gd name="csY53" fmla="*/ 727612 h 984316"/>
                      <a:gd name="csX54" fmla="*/ 2380665 w 2730350"/>
                      <a:gd name="csY54" fmla="*/ 902154 h 984316"/>
                      <a:gd name="csX55" fmla="*/ 2346415 w 2730350"/>
                      <a:gd name="csY55" fmla="*/ 984316 h 984316"/>
                      <a:gd name="csX56" fmla="*/ 2178537 w 2730350"/>
                      <a:gd name="csY56" fmla="*/ 984316 h 984316"/>
                      <a:gd name="csX57" fmla="*/ 2215018 w 2730350"/>
                      <a:gd name="csY57" fmla="*/ 777922 h 984316"/>
                      <a:gd name="csX58" fmla="*/ 2247009 w 2730350"/>
                      <a:gd name="csY58" fmla="*/ 663218 h 984316"/>
                      <a:gd name="csX59" fmla="*/ 2159571 w 2730350"/>
                      <a:gd name="csY59" fmla="*/ 632602 h 984316"/>
                      <a:gd name="csX60" fmla="*/ 1995707 w 2730350"/>
                      <a:gd name="csY60" fmla="*/ 571245 h 984316"/>
                      <a:gd name="csX61" fmla="*/ 1937081 w 2730350"/>
                      <a:gd name="csY61" fmla="*/ 548328 h 984316"/>
                      <a:gd name="csX62" fmla="*/ 1907097 w 2730350"/>
                      <a:gd name="csY62" fmla="*/ 582433 h 984316"/>
                      <a:gd name="csX63" fmla="*/ 1860987 w 2730350"/>
                      <a:gd name="csY63" fmla="*/ 646954 h 984316"/>
                      <a:gd name="csX64" fmla="*/ 1670583 w 2730350"/>
                      <a:gd name="csY64" fmla="*/ 980188 h 984316"/>
                      <a:gd name="csX65" fmla="*/ 1644941 w 2730350"/>
                      <a:gd name="csY65" fmla="*/ 757644 h 984316"/>
                      <a:gd name="csX66" fmla="*/ 1646110 w 2730350"/>
                      <a:gd name="csY66" fmla="*/ 686773 h 984316"/>
                      <a:gd name="csX67" fmla="*/ 1546180 w 2730350"/>
                      <a:gd name="csY67" fmla="*/ 818880 h 984316"/>
                      <a:gd name="csX68" fmla="*/ 1455607 w 2730350"/>
                      <a:gd name="csY68" fmla="*/ 940973 h 984316"/>
                      <a:gd name="csX69" fmla="*/ 1449398 w 2730350"/>
                      <a:gd name="csY69" fmla="*/ 947859 h 984316"/>
                      <a:gd name="csX70" fmla="*/ 1468211 w 2730350"/>
                      <a:gd name="csY70" fmla="*/ 984316 h 984316"/>
                      <a:gd name="csX71" fmla="*/ 1287305 w 2730350"/>
                      <a:gd name="csY71" fmla="*/ 984316 h 984316"/>
                      <a:gd name="csX72" fmla="*/ 1287796 w 2730350"/>
                      <a:gd name="csY72" fmla="*/ 982622 h 984316"/>
                      <a:gd name="csX73" fmla="*/ 1300983 w 2730350"/>
                      <a:gd name="csY73" fmla="*/ 944668 h 984316"/>
                      <a:gd name="csX74" fmla="*/ 1209214 w 2730350"/>
                      <a:gd name="csY74" fmla="*/ 882782 h 984316"/>
                      <a:gd name="csX75" fmla="*/ 1180250 w 2730350"/>
                      <a:gd name="csY75" fmla="*/ 860323 h 984316"/>
                      <a:gd name="csX76" fmla="*/ 1174797 w 2730350"/>
                      <a:gd name="csY76" fmla="*/ 872583 h 984316"/>
                      <a:gd name="csX77" fmla="*/ 1137263 w 2730350"/>
                      <a:gd name="csY77" fmla="*/ 947798 h 984316"/>
                      <a:gd name="csX78" fmla="*/ 1116957 w 2730350"/>
                      <a:gd name="csY78" fmla="*/ 984316 h 984316"/>
                      <a:gd name="csX79" fmla="*/ 991080 w 2730350"/>
                      <a:gd name="csY79" fmla="*/ 984316 h 984316"/>
                      <a:gd name="csX80" fmla="*/ 989294 w 2730350"/>
                      <a:gd name="csY80" fmla="*/ 974462 h 984316"/>
                      <a:gd name="csX81" fmla="*/ 974053 w 2730350"/>
                      <a:gd name="csY81" fmla="*/ 788077 h 984316"/>
                      <a:gd name="csX82" fmla="*/ 972185 w 2730350"/>
                      <a:gd name="csY82" fmla="*/ 686665 h 984316"/>
                      <a:gd name="csX83" fmla="*/ 911261 w 2730350"/>
                      <a:gd name="csY83" fmla="*/ 630680 h 984316"/>
                      <a:gd name="csX84" fmla="*/ 797655 w 2730350"/>
                      <a:gd name="csY84" fmla="*/ 502733 h 984316"/>
                      <a:gd name="csX85" fmla="*/ 726606 w 2730350"/>
                      <a:gd name="csY85" fmla="*/ 606327 h 984316"/>
                      <a:gd name="csX86" fmla="*/ 654735 w 2730350"/>
                      <a:gd name="csY86" fmla="*/ 725599 h 984316"/>
                      <a:gd name="csX87" fmla="*/ 650403 w 2730350"/>
                      <a:gd name="csY87" fmla="*/ 735608 h 984316"/>
                      <a:gd name="csX88" fmla="*/ 704699 w 2730350"/>
                      <a:gd name="csY88" fmla="*/ 800795 h 984316"/>
                      <a:gd name="csX89" fmla="*/ 792644 w 2730350"/>
                      <a:gd name="csY89" fmla="*/ 927676 h 984316"/>
                      <a:gd name="csX90" fmla="*/ 821872 w 2730350"/>
                      <a:gd name="csY90" fmla="*/ 984316 h 984316"/>
                      <a:gd name="csX91" fmla="*/ 713485 w 2730350"/>
                      <a:gd name="csY91" fmla="*/ 984316 h 984316"/>
                      <a:gd name="csX92" fmla="*/ 713034 w 2730350"/>
                      <a:gd name="csY92" fmla="*/ 984043 h 984316"/>
                      <a:gd name="csX93" fmla="*/ 581315 w 2730350"/>
                      <a:gd name="csY93" fmla="*/ 895217 h 984316"/>
                      <a:gd name="csX94" fmla="*/ 578311 w 2730350"/>
                      <a:gd name="csY94" fmla="*/ 902155 h 984316"/>
                      <a:gd name="csX95" fmla="*/ 544061 w 2730350"/>
                      <a:gd name="csY95" fmla="*/ 984316 h 984316"/>
                      <a:gd name="csX96" fmla="*/ 375532 w 2730350"/>
                      <a:gd name="csY96" fmla="*/ 984316 h 984316"/>
                      <a:gd name="csX97" fmla="*/ 391983 w 2730350"/>
                      <a:gd name="csY97" fmla="*/ 875351 h 984316"/>
                      <a:gd name="csX98" fmla="*/ 417740 w 2730350"/>
                      <a:gd name="csY98" fmla="*/ 770239 h 984316"/>
                      <a:gd name="csX99" fmla="*/ 411675 w 2730350"/>
                      <a:gd name="csY99" fmla="*/ 765535 h 984316"/>
                      <a:gd name="csX100" fmla="*/ 65147 w 2730350"/>
                      <a:gd name="csY100" fmla="*/ 391838 h 984316"/>
                      <a:gd name="csX101" fmla="*/ 0 w 2730350"/>
                      <a:gd name="csY101" fmla="*/ 289394 h 9843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</a:cxnLst>
                    <a:rect l="l" t="t" r="r" b="b"/>
                    <a:pathLst>
                      <a:path w="2730350" h="984316">
                        <a:moveTo>
                          <a:pt x="1350244" y="308679"/>
                        </a:moveTo>
                        <a:lnTo>
                          <a:pt x="1347166" y="350978"/>
                        </a:lnTo>
                        <a:cubicBezTo>
                          <a:pt x="1335631" y="437154"/>
                          <a:pt x="1308324" y="535520"/>
                          <a:pt x="1274417" y="631652"/>
                        </a:cubicBezTo>
                        <a:lnTo>
                          <a:pt x="1254113" y="684429"/>
                        </a:lnTo>
                        <a:lnTo>
                          <a:pt x="1351037" y="800795"/>
                        </a:lnTo>
                        <a:lnTo>
                          <a:pt x="1352175" y="802437"/>
                        </a:lnTo>
                        <a:lnTo>
                          <a:pt x="1412378" y="662019"/>
                        </a:lnTo>
                        <a:cubicBezTo>
                          <a:pt x="1444805" y="594258"/>
                          <a:pt x="1481785" y="526726"/>
                          <a:pt x="1524272" y="460987"/>
                        </a:cubicBezTo>
                        <a:lnTo>
                          <a:pt x="1569898" y="401085"/>
                        </a:lnTo>
                        <a:lnTo>
                          <a:pt x="1462858" y="356833"/>
                        </a:lnTo>
                        <a:close/>
                        <a:moveTo>
                          <a:pt x="919018" y="99160"/>
                        </a:moveTo>
                        <a:lnTo>
                          <a:pt x="911608" y="181007"/>
                        </a:lnTo>
                        <a:lnTo>
                          <a:pt x="958935" y="238625"/>
                        </a:lnTo>
                        <a:lnTo>
                          <a:pt x="984677" y="280212"/>
                        </a:lnTo>
                        <a:lnTo>
                          <a:pt x="986904" y="260984"/>
                        </a:lnTo>
                        <a:cubicBezTo>
                          <a:pt x="993027" y="219782"/>
                          <a:pt x="1001143" y="185409"/>
                          <a:pt x="1011715" y="158007"/>
                        </a:cubicBezTo>
                        <a:lnTo>
                          <a:pt x="1014536" y="152310"/>
                        </a:lnTo>
                        <a:lnTo>
                          <a:pt x="956076" y="121517"/>
                        </a:lnTo>
                        <a:close/>
                        <a:moveTo>
                          <a:pt x="0" y="0"/>
                        </a:moveTo>
                        <a:lnTo>
                          <a:pt x="21168" y="0"/>
                        </a:lnTo>
                        <a:lnTo>
                          <a:pt x="150188" y="80052"/>
                        </a:lnTo>
                        <a:cubicBezTo>
                          <a:pt x="347985" y="207375"/>
                          <a:pt x="370411" y="379435"/>
                          <a:pt x="480521" y="529126"/>
                        </a:cubicBezTo>
                        <a:lnTo>
                          <a:pt x="486796" y="536980"/>
                        </a:lnTo>
                        <a:lnTo>
                          <a:pt x="544576" y="382149"/>
                        </a:lnTo>
                        <a:lnTo>
                          <a:pt x="620581" y="237831"/>
                        </a:lnTo>
                        <a:lnTo>
                          <a:pt x="552605" y="104260"/>
                        </a:lnTo>
                        <a:lnTo>
                          <a:pt x="517749" y="0"/>
                        </a:lnTo>
                        <a:lnTo>
                          <a:pt x="667507" y="0"/>
                        </a:lnTo>
                        <a:lnTo>
                          <a:pt x="745534" y="48413"/>
                        </a:lnTo>
                        <a:lnTo>
                          <a:pt x="778575" y="1695"/>
                        </a:lnTo>
                        <a:lnTo>
                          <a:pt x="780182" y="0"/>
                        </a:lnTo>
                        <a:lnTo>
                          <a:pt x="1527831" y="0"/>
                        </a:lnTo>
                        <a:lnTo>
                          <a:pt x="1613189" y="47001"/>
                        </a:lnTo>
                        <a:lnTo>
                          <a:pt x="1792412" y="156590"/>
                        </a:lnTo>
                        <a:lnTo>
                          <a:pt x="1852882" y="100581"/>
                        </a:lnTo>
                        <a:cubicBezTo>
                          <a:pt x="1887042" y="74426"/>
                          <a:pt x="1923055" y="49501"/>
                          <a:pt x="1961040" y="26002"/>
                        </a:cubicBezTo>
                        <a:lnTo>
                          <a:pt x="2008293" y="0"/>
                        </a:lnTo>
                        <a:lnTo>
                          <a:pt x="2068907" y="0"/>
                        </a:lnTo>
                        <a:lnTo>
                          <a:pt x="1993508" y="248935"/>
                        </a:lnTo>
                        <a:lnTo>
                          <a:pt x="1999247" y="291325"/>
                        </a:lnTo>
                        <a:lnTo>
                          <a:pt x="2035548" y="315276"/>
                        </a:lnTo>
                        <a:cubicBezTo>
                          <a:pt x="2102058" y="360640"/>
                          <a:pt x="2165313" y="405214"/>
                          <a:pt x="2223343" y="447324"/>
                        </a:cubicBezTo>
                        <a:lnTo>
                          <a:pt x="2299532" y="504432"/>
                        </a:lnTo>
                        <a:lnTo>
                          <a:pt x="2346930" y="382148"/>
                        </a:lnTo>
                        <a:cubicBezTo>
                          <a:pt x="2391370" y="283730"/>
                          <a:pt x="2445380" y="186748"/>
                          <a:pt x="2511153" y="93547"/>
                        </a:cubicBezTo>
                        <a:lnTo>
                          <a:pt x="2584910" y="0"/>
                        </a:lnTo>
                        <a:lnTo>
                          <a:pt x="2730350" y="0"/>
                        </a:lnTo>
                        <a:lnTo>
                          <a:pt x="2711329" y="210092"/>
                        </a:lnTo>
                        <a:cubicBezTo>
                          <a:pt x="2692091" y="390194"/>
                          <a:pt x="2606370" y="493458"/>
                          <a:pt x="2528959" y="606326"/>
                        </a:cubicBezTo>
                        <a:lnTo>
                          <a:pt x="2496502" y="660191"/>
                        </a:lnTo>
                        <a:lnTo>
                          <a:pt x="2529811" y="690799"/>
                        </a:lnTo>
                        <a:cubicBezTo>
                          <a:pt x="2539606" y="700464"/>
                          <a:pt x="2546864" y="708466"/>
                          <a:pt x="2551338" y="714598"/>
                        </a:cubicBezTo>
                        <a:cubicBezTo>
                          <a:pt x="2569234" y="739124"/>
                          <a:pt x="2551535" y="745972"/>
                          <a:pt x="2507292" y="739336"/>
                        </a:cubicBezTo>
                        <a:lnTo>
                          <a:pt x="2456217" y="727612"/>
                        </a:lnTo>
                        <a:lnTo>
                          <a:pt x="2380665" y="902154"/>
                        </a:lnTo>
                        <a:lnTo>
                          <a:pt x="2346415" y="984316"/>
                        </a:lnTo>
                        <a:lnTo>
                          <a:pt x="2178537" y="984316"/>
                        </a:lnTo>
                        <a:lnTo>
                          <a:pt x="2215018" y="777922"/>
                        </a:lnTo>
                        <a:lnTo>
                          <a:pt x="2247009" y="663218"/>
                        </a:lnTo>
                        <a:lnTo>
                          <a:pt x="2159571" y="632602"/>
                        </a:lnTo>
                        <a:cubicBezTo>
                          <a:pt x="2107814" y="613774"/>
                          <a:pt x="2052816" y="593147"/>
                          <a:pt x="1995707" y="571245"/>
                        </a:cubicBezTo>
                        <a:lnTo>
                          <a:pt x="1937081" y="548328"/>
                        </a:lnTo>
                        <a:lnTo>
                          <a:pt x="1907097" y="582433"/>
                        </a:lnTo>
                        <a:cubicBezTo>
                          <a:pt x="1889667" y="602258"/>
                          <a:pt x="1873268" y="622925"/>
                          <a:pt x="1860987" y="646954"/>
                        </a:cubicBezTo>
                        <a:cubicBezTo>
                          <a:pt x="1795860" y="787661"/>
                          <a:pt x="1788356" y="902847"/>
                          <a:pt x="1670583" y="980188"/>
                        </a:cubicBezTo>
                        <a:cubicBezTo>
                          <a:pt x="1658334" y="911136"/>
                          <a:pt x="1647879" y="835473"/>
                          <a:pt x="1644941" y="757644"/>
                        </a:cubicBezTo>
                        <a:lnTo>
                          <a:pt x="1646110" y="686773"/>
                        </a:lnTo>
                        <a:lnTo>
                          <a:pt x="1546180" y="818880"/>
                        </a:lnTo>
                        <a:cubicBezTo>
                          <a:pt x="1514813" y="862125"/>
                          <a:pt x="1485571" y="902954"/>
                          <a:pt x="1455607" y="940973"/>
                        </a:cubicBezTo>
                        <a:lnTo>
                          <a:pt x="1449398" y="947859"/>
                        </a:lnTo>
                        <a:lnTo>
                          <a:pt x="1468211" y="984316"/>
                        </a:lnTo>
                        <a:lnTo>
                          <a:pt x="1287305" y="984316"/>
                        </a:lnTo>
                        <a:lnTo>
                          <a:pt x="1287796" y="982622"/>
                        </a:lnTo>
                        <a:lnTo>
                          <a:pt x="1300983" y="944668"/>
                        </a:lnTo>
                        <a:lnTo>
                          <a:pt x="1209214" y="882782"/>
                        </a:lnTo>
                        <a:lnTo>
                          <a:pt x="1180250" y="860323"/>
                        </a:lnTo>
                        <a:lnTo>
                          <a:pt x="1174797" y="872583"/>
                        </a:lnTo>
                        <a:cubicBezTo>
                          <a:pt x="1162000" y="899506"/>
                          <a:pt x="1149375" y="924755"/>
                          <a:pt x="1137263" y="947798"/>
                        </a:cubicBezTo>
                        <a:lnTo>
                          <a:pt x="1116957" y="984316"/>
                        </a:lnTo>
                        <a:lnTo>
                          <a:pt x="991080" y="984316"/>
                        </a:lnTo>
                        <a:lnTo>
                          <a:pt x="989294" y="974462"/>
                        </a:lnTo>
                        <a:cubicBezTo>
                          <a:pt x="981838" y="923566"/>
                          <a:pt x="976977" y="859000"/>
                          <a:pt x="974053" y="788077"/>
                        </a:cubicBezTo>
                        <a:lnTo>
                          <a:pt x="972185" y="686665"/>
                        </a:lnTo>
                        <a:lnTo>
                          <a:pt x="911261" y="630680"/>
                        </a:lnTo>
                        <a:lnTo>
                          <a:pt x="797655" y="502733"/>
                        </a:lnTo>
                        <a:lnTo>
                          <a:pt x="726606" y="606327"/>
                        </a:lnTo>
                        <a:cubicBezTo>
                          <a:pt x="700802" y="643950"/>
                          <a:pt x="675922" y="682640"/>
                          <a:pt x="654735" y="725599"/>
                        </a:cubicBezTo>
                        <a:lnTo>
                          <a:pt x="650403" y="735608"/>
                        </a:lnTo>
                        <a:lnTo>
                          <a:pt x="704699" y="800795"/>
                        </a:lnTo>
                        <a:cubicBezTo>
                          <a:pt x="737350" y="842221"/>
                          <a:pt x="766991" y="883583"/>
                          <a:pt x="792644" y="927676"/>
                        </a:cubicBezTo>
                        <a:lnTo>
                          <a:pt x="821872" y="984316"/>
                        </a:lnTo>
                        <a:lnTo>
                          <a:pt x="713485" y="984316"/>
                        </a:lnTo>
                        <a:lnTo>
                          <a:pt x="713034" y="984043"/>
                        </a:lnTo>
                        <a:lnTo>
                          <a:pt x="581315" y="895217"/>
                        </a:lnTo>
                        <a:lnTo>
                          <a:pt x="578311" y="902155"/>
                        </a:lnTo>
                        <a:lnTo>
                          <a:pt x="544061" y="984316"/>
                        </a:lnTo>
                        <a:lnTo>
                          <a:pt x="375532" y="984316"/>
                        </a:lnTo>
                        <a:lnTo>
                          <a:pt x="391983" y="875351"/>
                        </a:lnTo>
                        <a:lnTo>
                          <a:pt x="417740" y="770239"/>
                        </a:lnTo>
                        <a:lnTo>
                          <a:pt x="411675" y="765535"/>
                        </a:lnTo>
                        <a:cubicBezTo>
                          <a:pt x="286765" y="660718"/>
                          <a:pt x="166490" y="537560"/>
                          <a:pt x="65147" y="391838"/>
                        </a:cubicBezTo>
                        <a:lnTo>
                          <a:pt x="0" y="289394"/>
                        </a:lnTo>
                        <a:close/>
                      </a:path>
                    </a:pathLst>
                  </a:custGeom>
                  <a:solidFill>
                    <a:srgbClr val="D51506">
                      <a:alpha val="45098"/>
                    </a:srgbClr>
                  </a:solidFill>
                  <a:ln>
                    <a:solidFill>
                      <a:srgbClr val="D515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 sz="1400" dirty="0"/>
                  </a:p>
                </p:txBody>
              </p:sp>
            </p:grpSp>
            <p:grpSp>
              <p:nvGrpSpPr>
                <p:cNvPr id="62" name="グループ化 61">
                  <a:extLst>
                    <a:ext uri="{FF2B5EF4-FFF2-40B4-BE49-F238E27FC236}">
                      <a16:creationId xmlns:a16="http://schemas.microsoft.com/office/drawing/2014/main" id="{D70BEE19-2E06-1B5A-7574-53EAA4974977}"/>
                    </a:ext>
                  </a:extLst>
                </p:cNvPr>
                <p:cNvGrpSpPr/>
                <p:nvPr/>
              </p:nvGrpSpPr>
              <p:grpSpPr>
                <a:xfrm>
                  <a:off x="11809574" y="6972991"/>
                  <a:ext cx="3047112" cy="1645350"/>
                  <a:chOff x="0" y="792309"/>
                  <a:chExt cx="4142574" cy="2236867"/>
                </a:xfrm>
              </p:grpSpPr>
              <p:pic>
                <p:nvPicPr>
                  <p:cNvPr id="107" name="Picture 44" descr="OWG_side2">
                    <a:extLst>
                      <a:ext uri="{FF2B5EF4-FFF2-40B4-BE49-F238E27FC236}">
                        <a16:creationId xmlns:a16="http://schemas.microsoft.com/office/drawing/2014/main" id="{2E612135-D39A-1002-C9AD-41CBA2622B5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2523"/>
                  <a:stretch>
                    <a:fillRect/>
                  </a:stretch>
                </p:blipFill>
                <p:spPr bwMode="auto">
                  <a:xfrm>
                    <a:off x="18590" y="792309"/>
                    <a:ext cx="3849029" cy="22368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08" name="テキスト ボックス 107">
                    <a:extLst>
                      <a:ext uri="{FF2B5EF4-FFF2-40B4-BE49-F238E27FC236}">
                        <a16:creationId xmlns:a16="http://schemas.microsoft.com/office/drawing/2014/main" id="{47500BE0-1870-CD51-BEE0-32CDB7B10B76}"/>
                      </a:ext>
                    </a:extLst>
                  </p:cNvPr>
                  <p:cNvSpPr txBox="1"/>
                  <p:nvPr/>
                </p:nvSpPr>
                <p:spPr>
                  <a:xfrm>
                    <a:off x="2135539" y="1134929"/>
                    <a:ext cx="1758946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ja-JP" altLang="en-US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対極 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lang="ja-JP" altLang="en-US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白金線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  <a:endPara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9" name="テキスト ボックス 108">
                    <a:extLst>
                      <a:ext uri="{FF2B5EF4-FFF2-40B4-BE49-F238E27FC236}">
                        <a16:creationId xmlns:a16="http://schemas.microsoft.com/office/drawing/2014/main" id="{8D27C530-389C-A440-66D4-434786F666F5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1318225"/>
                    <a:ext cx="2456103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ja-JP" altLang="en-US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参照極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(Ag/AgCl)</a:t>
                    </a:r>
                    <a:endPara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0" name="テキスト ボックス 109">
                    <a:extLst>
                      <a:ext uri="{FF2B5EF4-FFF2-40B4-BE49-F238E27FC236}">
                        <a16:creationId xmlns:a16="http://schemas.microsoft.com/office/drawing/2014/main" id="{7AD83320-C946-F37C-885A-C25BA4909DD2}"/>
                      </a:ext>
                    </a:extLst>
                  </p:cNvPr>
                  <p:cNvSpPr txBox="1"/>
                  <p:nvPr/>
                </p:nvSpPr>
                <p:spPr>
                  <a:xfrm>
                    <a:off x="2019511" y="1555814"/>
                    <a:ext cx="1874974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ja-JP" altLang="en-US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作用極 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(IrO</a:t>
                    </a:r>
                    <a:r>
                      <a:rPr lang="en-US" altLang="ja-JP" sz="800" b="1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r>
                      <a:rPr lang="en-US" altLang="ja-JP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  <a:endPara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1" name="テキスト ボックス 110">
                    <a:extLst>
                      <a:ext uri="{FF2B5EF4-FFF2-40B4-BE49-F238E27FC236}">
                        <a16:creationId xmlns:a16="http://schemas.microsoft.com/office/drawing/2014/main" id="{CED2D89C-B125-5ECF-353E-9D3A05FB01A3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1615606"/>
                    <a:ext cx="1581075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ja-JP" altLang="en-US" sz="8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石英導波路</a:t>
                    </a:r>
                  </a:p>
                </p:txBody>
              </p:sp>
              <p:cxnSp>
                <p:nvCxnSpPr>
                  <p:cNvPr id="112" name="直線矢印コネクタ 111">
                    <a:extLst>
                      <a:ext uri="{FF2B5EF4-FFF2-40B4-BE49-F238E27FC236}">
                        <a16:creationId xmlns:a16="http://schemas.microsoft.com/office/drawing/2014/main" id="{A2831733-E880-2D21-C8B4-CF720DA57FB3}"/>
                      </a:ext>
                    </a:extLst>
                  </p:cNvPr>
                  <p:cNvCxnSpPr/>
                  <p:nvPr/>
                </p:nvCxnSpPr>
                <p:spPr>
                  <a:xfrm>
                    <a:off x="1334151" y="1602502"/>
                    <a:ext cx="412434" cy="436915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直線矢印コネクタ 112">
                    <a:extLst>
                      <a:ext uri="{FF2B5EF4-FFF2-40B4-BE49-F238E27FC236}">
                        <a16:creationId xmlns:a16="http://schemas.microsoft.com/office/drawing/2014/main" id="{CF9EB7CA-C8C5-33D8-44BD-208D010D95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7282" y="1462446"/>
                    <a:ext cx="678452" cy="650798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直線矢印コネクタ 113">
                    <a:extLst>
                      <a:ext uri="{FF2B5EF4-FFF2-40B4-BE49-F238E27FC236}">
                        <a16:creationId xmlns:a16="http://schemas.microsoft.com/office/drawing/2014/main" id="{4C7E05DC-FD46-95B2-9432-CB77CB45DA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22503" y="1851136"/>
                    <a:ext cx="541609" cy="466681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直線矢印コネクタ 114">
                    <a:extLst>
                      <a:ext uri="{FF2B5EF4-FFF2-40B4-BE49-F238E27FC236}">
                        <a16:creationId xmlns:a16="http://schemas.microsoft.com/office/drawing/2014/main" id="{4217AD0A-66FE-F1C2-6A4C-44609AABBB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9977" y="1878293"/>
                    <a:ext cx="0" cy="44458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6" name="グループ化 115">
                    <a:extLst>
                      <a:ext uri="{FF2B5EF4-FFF2-40B4-BE49-F238E27FC236}">
                        <a16:creationId xmlns:a16="http://schemas.microsoft.com/office/drawing/2014/main" id="{AA699D8A-F54D-59E4-1531-AE82585FB8D2}"/>
                      </a:ext>
                    </a:extLst>
                  </p:cNvPr>
                  <p:cNvGrpSpPr/>
                  <p:nvPr/>
                </p:nvGrpSpPr>
                <p:grpSpPr>
                  <a:xfrm>
                    <a:off x="612369" y="2187583"/>
                    <a:ext cx="2645313" cy="212778"/>
                    <a:chOff x="7051089" y="3214633"/>
                    <a:chExt cx="2645313" cy="212778"/>
                  </a:xfrm>
                  <a:solidFill>
                    <a:srgbClr val="FFFF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</a:effectLst>
                </p:grpSpPr>
                <p:grpSp>
                  <p:nvGrpSpPr>
                    <p:cNvPr id="119" name="グループ化 118">
                      <a:extLst>
                        <a:ext uri="{FF2B5EF4-FFF2-40B4-BE49-F238E27FC236}">
                          <a16:creationId xmlns:a16="http://schemas.microsoft.com/office/drawing/2014/main" id="{A6B443FE-978B-5A79-E551-81E20F5387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51089" y="3247593"/>
                      <a:ext cx="409380" cy="179818"/>
                      <a:chOff x="-1862643" y="645818"/>
                      <a:chExt cx="1336209" cy="1045698"/>
                    </a:xfrm>
                    <a:grpFill/>
                  </p:grpSpPr>
                  <p:cxnSp>
                    <p:nvCxnSpPr>
                      <p:cNvPr id="155" name="直線コネクタ 154">
                        <a:extLst>
                          <a:ext uri="{FF2B5EF4-FFF2-40B4-BE49-F238E27FC236}">
                            <a16:creationId xmlns:a16="http://schemas.microsoft.com/office/drawing/2014/main" id="{1FC49B1A-C355-1B25-DB71-5F39D4248D4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862643" y="645818"/>
                        <a:ext cx="1045701" cy="1045698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6" name="直線コネクタ 155">
                        <a:extLst>
                          <a:ext uri="{FF2B5EF4-FFF2-40B4-BE49-F238E27FC236}">
                            <a16:creationId xmlns:a16="http://schemas.microsoft.com/office/drawing/2014/main" id="{CCB60AE8-4DF8-837F-E60C-04CF8572D52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0" name="グループ化 119">
                      <a:extLst>
                        <a:ext uri="{FF2B5EF4-FFF2-40B4-BE49-F238E27FC236}">
                          <a16:creationId xmlns:a16="http://schemas.microsoft.com/office/drawing/2014/main" id="{F24680A4-2F54-B0A8-5F48-4C8AE72F8D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60044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53" name="直線コネクタ 152">
                        <a:extLst>
                          <a:ext uri="{FF2B5EF4-FFF2-40B4-BE49-F238E27FC236}">
                            <a16:creationId xmlns:a16="http://schemas.microsoft.com/office/drawing/2014/main" id="{64E70434-64CF-B2EA-19D5-3EA72C25E64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4" name="直線コネクタ 153">
                        <a:extLst>
                          <a:ext uri="{FF2B5EF4-FFF2-40B4-BE49-F238E27FC236}">
                            <a16:creationId xmlns:a16="http://schemas.microsoft.com/office/drawing/2014/main" id="{89134BD8-CC94-E4B7-316A-08AEEDDF094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1" name="グループ化 120">
                      <a:extLst>
                        <a:ext uri="{FF2B5EF4-FFF2-40B4-BE49-F238E27FC236}">
                          <a16:creationId xmlns:a16="http://schemas.microsoft.com/office/drawing/2014/main" id="{109C9FB7-32A5-340E-762D-62A3173514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36868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51" name="直線コネクタ 150">
                        <a:extLst>
                          <a:ext uri="{FF2B5EF4-FFF2-40B4-BE49-F238E27FC236}">
                            <a16:creationId xmlns:a16="http://schemas.microsoft.com/office/drawing/2014/main" id="{99864BC0-7228-959C-9E85-CC0D50FBDF5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2" name="直線コネクタ 151">
                        <a:extLst>
                          <a:ext uri="{FF2B5EF4-FFF2-40B4-BE49-F238E27FC236}">
                            <a16:creationId xmlns:a16="http://schemas.microsoft.com/office/drawing/2014/main" id="{C69D6746-6747-82A2-3287-4C0E5EE0C91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2" name="グループ化 121">
                      <a:extLst>
                        <a:ext uri="{FF2B5EF4-FFF2-40B4-BE49-F238E27FC236}">
                          <a16:creationId xmlns:a16="http://schemas.microsoft.com/office/drawing/2014/main" id="{F920E769-2182-EAE4-F5C3-9C842C9D54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13693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9" name="直線コネクタ 148">
                        <a:extLst>
                          <a:ext uri="{FF2B5EF4-FFF2-40B4-BE49-F238E27FC236}">
                            <a16:creationId xmlns:a16="http://schemas.microsoft.com/office/drawing/2014/main" id="{3AF61D5F-793C-0100-3878-51A7860E380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0" name="直線コネクタ 149">
                        <a:extLst>
                          <a:ext uri="{FF2B5EF4-FFF2-40B4-BE49-F238E27FC236}">
                            <a16:creationId xmlns:a16="http://schemas.microsoft.com/office/drawing/2014/main" id="{9168D7CC-47B5-02E9-CD0F-3AE013E9573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3" name="グループ化 122">
                      <a:extLst>
                        <a:ext uri="{FF2B5EF4-FFF2-40B4-BE49-F238E27FC236}">
                          <a16:creationId xmlns:a16="http://schemas.microsoft.com/office/drawing/2014/main" id="{A8B22F4B-B6C8-C28B-7122-9F6F5CA6C7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90517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7" name="直線コネクタ 146">
                        <a:extLst>
                          <a:ext uri="{FF2B5EF4-FFF2-40B4-BE49-F238E27FC236}">
                            <a16:creationId xmlns:a16="http://schemas.microsoft.com/office/drawing/2014/main" id="{52CBB346-A2EE-DF4F-DA85-FC97C5A3F79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8" name="直線コネクタ 147">
                        <a:extLst>
                          <a:ext uri="{FF2B5EF4-FFF2-40B4-BE49-F238E27FC236}">
                            <a16:creationId xmlns:a16="http://schemas.microsoft.com/office/drawing/2014/main" id="{2DD9A5DB-F159-3FD8-1BA2-807762F4635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4" name="グループ化 123">
                      <a:extLst>
                        <a:ext uri="{FF2B5EF4-FFF2-40B4-BE49-F238E27FC236}">
                          <a16:creationId xmlns:a16="http://schemas.microsoft.com/office/drawing/2014/main" id="{0800E38D-2C50-3EF7-EBB0-1C305822A7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67342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5" name="直線コネクタ 144">
                        <a:extLst>
                          <a:ext uri="{FF2B5EF4-FFF2-40B4-BE49-F238E27FC236}">
                            <a16:creationId xmlns:a16="http://schemas.microsoft.com/office/drawing/2014/main" id="{33F95D38-5CD6-73A0-5488-9C7E3E02ED5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6" name="直線コネクタ 145">
                        <a:extLst>
                          <a:ext uri="{FF2B5EF4-FFF2-40B4-BE49-F238E27FC236}">
                            <a16:creationId xmlns:a16="http://schemas.microsoft.com/office/drawing/2014/main" id="{F3845EFE-4300-063A-6439-BC16AC8396A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5" name="グループ化 124">
                      <a:extLst>
                        <a:ext uri="{FF2B5EF4-FFF2-40B4-BE49-F238E27FC236}">
                          <a16:creationId xmlns:a16="http://schemas.microsoft.com/office/drawing/2014/main" id="{6533119D-69EA-C65C-BCD8-EEBE6B14B2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44167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3" name="直線コネクタ 142">
                        <a:extLst>
                          <a:ext uri="{FF2B5EF4-FFF2-40B4-BE49-F238E27FC236}">
                            <a16:creationId xmlns:a16="http://schemas.microsoft.com/office/drawing/2014/main" id="{88542FC4-43F2-7162-8678-C11720783E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4" name="直線コネクタ 143">
                        <a:extLst>
                          <a:ext uri="{FF2B5EF4-FFF2-40B4-BE49-F238E27FC236}">
                            <a16:creationId xmlns:a16="http://schemas.microsoft.com/office/drawing/2014/main" id="{AE629CD1-F390-4C0E-3239-E6BDC0CC72A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6" name="グループ化 125">
                      <a:extLst>
                        <a:ext uri="{FF2B5EF4-FFF2-40B4-BE49-F238E27FC236}">
                          <a16:creationId xmlns:a16="http://schemas.microsoft.com/office/drawing/2014/main" id="{F3F823E9-5ECD-5AB7-0333-A222F7FD3E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520991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41" name="直線コネクタ 140">
                        <a:extLst>
                          <a:ext uri="{FF2B5EF4-FFF2-40B4-BE49-F238E27FC236}">
                            <a16:creationId xmlns:a16="http://schemas.microsoft.com/office/drawing/2014/main" id="{783641D2-166C-924E-E427-526654DF87C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2" name="直線コネクタ 141">
                        <a:extLst>
                          <a:ext uri="{FF2B5EF4-FFF2-40B4-BE49-F238E27FC236}">
                            <a16:creationId xmlns:a16="http://schemas.microsoft.com/office/drawing/2014/main" id="{B6DE3354-1F1D-9DB1-A731-54939FBB41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7" name="グループ化 126">
                      <a:extLst>
                        <a:ext uri="{FF2B5EF4-FFF2-40B4-BE49-F238E27FC236}">
                          <a16:creationId xmlns:a16="http://schemas.microsoft.com/office/drawing/2014/main" id="{F93F924B-524F-2C26-2AA1-C753EE3689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697816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39" name="直線コネクタ 138">
                        <a:extLst>
                          <a:ext uri="{FF2B5EF4-FFF2-40B4-BE49-F238E27FC236}">
                            <a16:creationId xmlns:a16="http://schemas.microsoft.com/office/drawing/2014/main" id="{60B8D9B2-7772-D713-655D-F75D80011F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0" name="直線コネクタ 139">
                        <a:extLst>
                          <a:ext uri="{FF2B5EF4-FFF2-40B4-BE49-F238E27FC236}">
                            <a16:creationId xmlns:a16="http://schemas.microsoft.com/office/drawing/2014/main" id="{5E2BCEFC-B65A-E58C-278A-B5FBACC116E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8" name="グループ化 127">
                      <a:extLst>
                        <a:ext uri="{FF2B5EF4-FFF2-40B4-BE49-F238E27FC236}">
                          <a16:creationId xmlns:a16="http://schemas.microsoft.com/office/drawing/2014/main" id="{C9756F53-A80C-5836-C755-591E82385B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74641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37" name="直線コネクタ 136">
                        <a:extLst>
                          <a:ext uri="{FF2B5EF4-FFF2-40B4-BE49-F238E27FC236}">
                            <a16:creationId xmlns:a16="http://schemas.microsoft.com/office/drawing/2014/main" id="{43001981-E196-BDA2-1D8E-6A3E342C5DC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直線コネクタ 137">
                        <a:extLst>
                          <a:ext uri="{FF2B5EF4-FFF2-40B4-BE49-F238E27FC236}">
                            <a16:creationId xmlns:a16="http://schemas.microsoft.com/office/drawing/2014/main" id="{161281D0-2D34-F4B3-5CC6-EC7387B851F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9" name="グループ化 128">
                      <a:extLst>
                        <a:ext uri="{FF2B5EF4-FFF2-40B4-BE49-F238E27FC236}">
                          <a16:creationId xmlns:a16="http://schemas.microsoft.com/office/drawing/2014/main" id="{78A252B0-90A9-1456-FA44-8094F9B257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51465" y="3377881"/>
                      <a:ext cx="177250" cy="49530"/>
                      <a:chOff x="-1104976" y="1403484"/>
                      <a:chExt cx="578542" cy="288032"/>
                    </a:xfrm>
                    <a:grpFill/>
                  </p:grpSpPr>
                  <p:cxnSp>
                    <p:nvCxnSpPr>
                      <p:cNvPr id="135" name="直線コネクタ 134">
                        <a:extLst>
                          <a:ext uri="{FF2B5EF4-FFF2-40B4-BE49-F238E27FC236}">
                            <a16:creationId xmlns:a16="http://schemas.microsoft.com/office/drawing/2014/main" id="{1FC4ED38-ED33-4B5C-F953-61F02600699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" name="直線コネクタ 135">
                        <a:extLst>
                          <a:ext uri="{FF2B5EF4-FFF2-40B4-BE49-F238E27FC236}">
                            <a16:creationId xmlns:a16="http://schemas.microsoft.com/office/drawing/2014/main" id="{7FEF1CE9-27DD-5C28-DE98-C11F3BB19AB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4" y="1403516"/>
                        <a:ext cx="288000" cy="28800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0" name="グループ化 129">
                      <a:extLst>
                        <a:ext uri="{FF2B5EF4-FFF2-40B4-BE49-F238E27FC236}">
                          <a16:creationId xmlns:a16="http://schemas.microsoft.com/office/drawing/2014/main" id="{3A7F9D2A-F37D-6975-92A2-85C4086494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28290" y="3214633"/>
                      <a:ext cx="468112" cy="212778"/>
                      <a:chOff x="-1104976" y="454146"/>
                      <a:chExt cx="1527910" cy="1237370"/>
                    </a:xfrm>
                    <a:grpFill/>
                  </p:grpSpPr>
                  <p:cxnSp>
                    <p:nvCxnSpPr>
                      <p:cNvPr id="133" name="直線コネクタ 132">
                        <a:extLst>
                          <a:ext uri="{FF2B5EF4-FFF2-40B4-BE49-F238E27FC236}">
                            <a16:creationId xmlns:a16="http://schemas.microsoft.com/office/drawing/2014/main" id="{D2657D8F-2EA4-EC70-52F4-20ED485ADFE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-1104976" y="1403484"/>
                        <a:ext cx="288032" cy="288032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直線コネクタ 133">
                        <a:extLst>
                          <a:ext uri="{FF2B5EF4-FFF2-40B4-BE49-F238E27FC236}">
                            <a16:creationId xmlns:a16="http://schemas.microsoft.com/office/drawing/2014/main" id="{73B74043-91AB-A7B7-A8D6-9592FC45494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-814435" y="454146"/>
                        <a:ext cx="1237369" cy="1237370"/>
                      </a:xfrm>
                      <a:prstGeom prst="line">
                        <a:avLst/>
                      </a:prstGeom>
                      <a:grpFill/>
                      <a:ln w="19050">
                        <a:solidFill>
                          <a:srgbClr val="FFFF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31" name="二等辺三角形 130">
                      <a:extLst>
                        <a:ext uri="{FF2B5EF4-FFF2-40B4-BE49-F238E27FC236}">
                          <a16:creationId xmlns:a16="http://schemas.microsoft.com/office/drawing/2014/main" id="{C9D151A6-2F17-3B76-4071-A8C78B96D583}"/>
                        </a:ext>
                      </a:extLst>
                    </p:cNvPr>
                    <p:cNvSpPr/>
                    <p:nvPr/>
                  </p:nvSpPr>
                  <p:spPr>
                    <a:xfrm rot="7744247">
                      <a:off x="7119077" y="3270395"/>
                      <a:ext cx="66285" cy="65936"/>
                    </a:xfrm>
                    <a:prstGeom prst="triangle">
                      <a:avLst/>
                    </a:prstGeom>
                    <a:grpFill/>
                    <a:ln>
                      <a:solidFill>
                        <a:srgbClr val="FFFF00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800" dirty="0"/>
                    </a:p>
                  </p:txBody>
                </p:sp>
                <p:sp>
                  <p:nvSpPr>
                    <p:cNvPr id="132" name="二等辺三角形 131">
                      <a:extLst>
                        <a:ext uri="{FF2B5EF4-FFF2-40B4-BE49-F238E27FC236}">
                          <a16:creationId xmlns:a16="http://schemas.microsoft.com/office/drawing/2014/main" id="{F50F52A6-9B4C-7374-5F09-1EB8073C9392}"/>
                        </a:ext>
                      </a:extLst>
                    </p:cNvPr>
                    <p:cNvSpPr/>
                    <p:nvPr/>
                  </p:nvSpPr>
                  <p:spPr>
                    <a:xfrm rot="2972123">
                      <a:off x="9551772" y="3246365"/>
                      <a:ext cx="66285" cy="65936"/>
                    </a:xfrm>
                    <a:prstGeom prst="triangle">
                      <a:avLst/>
                    </a:prstGeom>
                    <a:grpFill/>
                    <a:ln>
                      <a:solidFill>
                        <a:srgbClr val="FFFF00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sz="800"/>
                    </a:p>
                  </p:txBody>
                </p:sp>
              </p:grpSp>
              <p:sp>
                <p:nvSpPr>
                  <p:cNvPr id="117" name="テキスト ボックス 116">
                    <a:extLst>
                      <a:ext uri="{FF2B5EF4-FFF2-40B4-BE49-F238E27FC236}">
                        <a16:creationId xmlns:a16="http://schemas.microsoft.com/office/drawing/2014/main" id="{1725D3A6-6E48-F86D-FF1B-DB2029EA3BB7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1910742"/>
                    <a:ext cx="885524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ja-JP" altLang="en-US" sz="8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入射光</a:t>
                    </a:r>
                  </a:p>
                </p:txBody>
              </p:sp>
              <p:sp>
                <p:nvSpPr>
                  <p:cNvPr id="118" name="テキスト ボックス 117">
                    <a:extLst>
                      <a:ext uri="{FF2B5EF4-FFF2-40B4-BE49-F238E27FC236}">
                        <a16:creationId xmlns:a16="http://schemas.microsoft.com/office/drawing/2014/main" id="{301CB4A0-8B5C-B67B-9237-FCF4391954A6}"/>
                      </a:ext>
                    </a:extLst>
                  </p:cNvPr>
                  <p:cNvSpPr txBox="1"/>
                  <p:nvPr/>
                </p:nvSpPr>
                <p:spPr>
                  <a:xfrm>
                    <a:off x="2712459" y="1910742"/>
                    <a:ext cx="1430115" cy="3725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sz="8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CCD</a:t>
                    </a:r>
                    <a:r>
                      <a:rPr kumimoji="1" lang="ja-JP" altLang="en-US" sz="8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検出器へ</a:t>
                    </a:r>
                  </a:p>
                </p:txBody>
              </p:sp>
            </p:grpSp>
            <p:sp>
              <p:nvSpPr>
                <p:cNvPr id="63" name="正方形/長方形 62">
                  <a:extLst>
                    <a:ext uri="{FF2B5EF4-FFF2-40B4-BE49-F238E27FC236}">
                      <a16:creationId xmlns:a16="http://schemas.microsoft.com/office/drawing/2014/main" id="{4599FF62-E1B5-7530-3492-47B5DF0341D8}"/>
                    </a:ext>
                  </a:extLst>
                </p:cNvPr>
                <p:cNvSpPr/>
                <p:nvPr/>
              </p:nvSpPr>
              <p:spPr>
                <a:xfrm>
                  <a:off x="12946207" y="8048084"/>
                  <a:ext cx="579295" cy="212778"/>
                </a:xfrm>
                <a:prstGeom prst="rect">
                  <a:avLst/>
                </a:prstGeom>
                <a:noFill/>
                <a:ln w="38100">
                  <a:solidFill>
                    <a:srgbClr val="D515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800"/>
                </a:p>
              </p:txBody>
            </p:sp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4149E7F0-2482-5092-0649-31BC028BEB45}"/>
                    </a:ext>
                  </a:extLst>
                </p:cNvPr>
                <p:cNvSpPr txBox="1"/>
                <p:nvPr/>
              </p:nvSpPr>
              <p:spPr>
                <a:xfrm>
                  <a:off x="12682939" y="10635093"/>
                  <a:ext cx="1767916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全反射を繰り返すプローブ光</a:t>
                  </a:r>
                </a:p>
              </p:txBody>
            </p:sp>
            <p:sp>
              <p:nvSpPr>
                <p:cNvPr id="65" name="楕円 64">
                  <a:extLst>
                    <a:ext uri="{FF2B5EF4-FFF2-40B4-BE49-F238E27FC236}">
                      <a16:creationId xmlns:a16="http://schemas.microsoft.com/office/drawing/2014/main" id="{B2D6ACC5-8E63-2904-CBE9-2A30649A9F09}"/>
                    </a:ext>
                  </a:extLst>
                </p:cNvPr>
                <p:cNvSpPr/>
                <p:nvPr/>
              </p:nvSpPr>
              <p:spPr>
                <a:xfrm>
                  <a:off x="14019386" y="9993402"/>
                  <a:ext cx="200628" cy="30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6" name="楕円 65">
                  <a:extLst>
                    <a:ext uri="{FF2B5EF4-FFF2-40B4-BE49-F238E27FC236}">
                      <a16:creationId xmlns:a16="http://schemas.microsoft.com/office/drawing/2014/main" id="{3A1C01F1-ACFF-2D06-DF4E-AA092D819A65}"/>
                    </a:ext>
                  </a:extLst>
                </p:cNvPr>
                <p:cNvSpPr/>
                <p:nvPr/>
              </p:nvSpPr>
              <p:spPr>
                <a:xfrm>
                  <a:off x="13306697" y="9993402"/>
                  <a:ext cx="695614" cy="30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7" name="楕円 66">
                  <a:extLst>
                    <a:ext uri="{FF2B5EF4-FFF2-40B4-BE49-F238E27FC236}">
                      <a16:creationId xmlns:a16="http://schemas.microsoft.com/office/drawing/2014/main" id="{E6D28165-59EE-6DFC-BEAD-705A4BCD2445}"/>
                    </a:ext>
                  </a:extLst>
                </p:cNvPr>
                <p:cNvSpPr/>
                <p:nvPr/>
              </p:nvSpPr>
              <p:spPr>
                <a:xfrm>
                  <a:off x="12739840" y="10054083"/>
                  <a:ext cx="294242" cy="162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8" name="楕円 67">
                  <a:extLst>
                    <a:ext uri="{FF2B5EF4-FFF2-40B4-BE49-F238E27FC236}">
                      <a16:creationId xmlns:a16="http://schemas.microsoft.com/office/drawing/2014/main" id="{7DE5B042-9EC8-E283-4FE4-C1E1B4FDB87D}"/>
                    </a:ext>
                  </a:extLst>
                </p:cNvPr>
                <p:cNvSpPr/>
                <p:nvPr/>
              </p:nvSpPr>
              <p:spPr>
                <a:xfrm>
                  <a:off x="12027715" y="10054083"/>
                  <a:ext cx="499784" cy="162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69" name="正方形/長方形 68">
                  <a:extLst>
                    <a:ext uri="{FF2B5EF4-FFF2-40B4-BE49-F238E27FC236}">
                      <a16:creationId xmlns:a16="http://schemas.microsoft.com/office/drawing/2014/main" id="{EC3FD0DF-711F-240D-3FDC-2BABD9EDC0D6}"/>
                    </a:ext>
                  </a:extLst>
                </p:cNvPr>
                <p:cNvSpPr/>
                <p:nvPr/>
              </p:nvSpPr>
              <p:spPr>
                <a:xfrm>
                  <a:off x="11809577" y="10461984"/>
                  <a:ext cx="2858503" cy="165761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grpSp>
              <p:nvGrpSpPr>
                <p:cNvPr id="70" name="グループ化 69">
                  <a:extLst>
                    <a:ext uri="{FF2B5EF4-FFF2-40B4-BE49-F238E27FC236}">
                      <a16:creationId xmlns:a16="http://schemas.microsoft.com/office/drawing/2014/main" id="{FED8598E-A6DF-8A24-D127-04C84B88ADA6}"/>
                    </a:ext>
                  </a:extLst>
                </p:cNvPr>
                <p:cNvGrpSpPr/>
                <p:nvPr/>
              </p:nvGrpSpPr>
              <p:grpSpPr>
                <a:xfrm>
                  <a:off x="11836436" y="10476521"/>
                  <a:ext cx="2831646" cy="116947"/>
                  <a:chOff x="7990517" y="3377881"/>
                  <a:chExt cx="972369" cy="49530"/>
                </a:xfrm>
                <a:solidFill>
                  <a:srgbClr val="FFFF0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p:grpSpPr>
              <p:grpSp>
                <p:nvGrpSpPr>
                  <p:cNvPr id="91" name="グループ化 90">
                    <a:extLst>
                      <a:ext uri="{FF2B5EF4-FFF2-40B4-BE49-F238E27FC236}">
                        <a16:creationId xmlns:a16="http://schemas.microsoft.com/office/drawing/2014/main" id="{DF2DE597-37B6-0CE0-ED49-DF8DE1025139}"/>
                      </a:ext>
                    </a:extLst>
                  </p:cNvPr>
                  <p:cNvGrpSpPr/>
                  <p:nvPr/>
                </p:nvGrpSpPr>
                <p:grpSpPr>
                  <a:xfrm>
                    <a:off x="7990517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05" name="直線コネクタ 104">
                      <a:extLst>
                        <a:ext uri="{FF2B5EF4-FFF2-40B4-BE49-F238E27FC236}">
                          <a16:creationId xmlns:a16="http://schemas.microsoft.com/office/drawing/2014/main" id="{DEF8AE10-9684-301C-5A1B-BA07E632A2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直線コネクタ 105">
                      <a:extLst>
                        <a:ext uri="{FF2B5EF4-FFF2-40B4-BE49-F238E27FC236}">
                          <a16:creationId xmlns:a16="http://schemas.microsoft.com/office/drawing/2014/main" id="{6C8E8711-6BAF-A49B-A476-58AFF121B0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2" name="グループ化 91">
                    <a:extLst>
                      <a:ext uri="{FF2B5EF4-FFF2-40B4-BE49-F238E27FC236}">
                        <a16:creationId xmlns:a16="http://schemas.microsoft.com/office/drawing/2014/main" id="{00171BAB-CD1A-FB4E-AC14-A899565280DA}"/>
                      </a:ext>
                    </a:extLst>
                  </p:cNvPr>
                  <p:cNvGrpSpPr/>
                  <p:nvPr/>
                </p:nvGrpSpPr>
                <p:grpSpPr>
                  <a:xfrm>
                    <a:off x="8167342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03" name="直線コネクタ 102">
                      <a:extLst>
                        <a:ext uri="{FF2B5EF4-FFF2-40B4-BE49-F238E27FC236}">
                          <a16:creationId xmlns:a16="http://schemas.microsoft.com/office/drawing/2014/main" id="{E01AC477-9E74-5ABB-419E-4181C942BFD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直線コネクタ 103">
                      <a:extLst>
                        <a:ext uri="{FF2B5EF4-FFF2-40B4-BE49-F238E27FC236}">
                          <a16:creationId xmlns:a16="http://schemas.microsoft.com/office/drawing/2014/main" id="{2D9661D6-17BC-5817-BA46-D95AD6754B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3" name="グループ化 92">
                    <a:extLst>
                      <a:ext uri="{FF2B5EF4-FFF2-40B4-BE49-F238E27FC236}">
                        <a16:creationId xmlns:a16="http://schemas.microsoft.com/office/drawing/2014/main" id="{46B0B2F9-9736-341A-B100-EB866C3E25B5}"/>
                      </a:ext>
                    </a:extLst>
                  </p:cNvPr>
                  <p:cNvGrpSpPr/>
                  <p:nvPr/>
                </p:nvGrpSpPr>
                <p:grpSpPr>
                  <a:xfrm>
                    <a:off x="8344167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101" name="直線コネクタ 100">
                      <a:extLst>
                        <a:ext uri="{FF2B5EF4-FFF2-40B4-BE49-F238E27FC236}">
                          <a16:creationId xmlns:a16="http://schemas.microsoft.com/office/drawing/2014/main" id="{23051175-4041-59BD-5B4A-B03D9B1AE3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直線コネクタ 101">
                      <a:extLst>
                        <a:ext uri="{FF2B5EF4-FFF2-40B4-BE49-F238E27FC236}">
                          <a16:creationId xmlns:a16="http://schemas.microsoft.com/office/drawing/2014/main" id="{D5A6085A-595C-113B-6136-0C7CC3F25A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4" name="グループ化 93">
                    <a:extLst>
                      <a:ext uri="{FF2B5EF4-FFF2-40B4-BE49-F238E27FC236}">
                        <a16:creationId xmlns:a16="http://schemas.microsoft.com/office/drawing/2014/main" id="{E2A61E00-6F3F-ECC7-6090-1D0E0ACED31E}"/>
                      </a:ext>
                    </a:extLst>
                  </p:cNvPr>
                  <p:cNvGrpSpPr/>
                  <p:nvPr/>
                </p:nvGrpSpPr>
                <p:grpSpPr>
                  <a:xfrm>
                    <a:off x="8520991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99" name="直線コネクタ 98">
                      <a:extLst>
                        <a:ext uri="{FF2B5EF4-FFF2-40B4-BE49-F238E27FC236}">
                          <a16:creationId xmlns:a16="http://schemas.microsoft.com/office/drawing/2014/main" id="{E02BD3BA-6158-DE4A-A43F-0BA20D3840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直線コネクタ 99">
                      <a:extLst>
                        <a:ext uri="{FF2B5EF4-FFF2-40B4-BE49-F238E27FC236}">
                          <a16:creationId xmlns:a16="http://schemas.microsoft.com/office/drawing/2014/main" id="{6E16958A-CF6B-2FEF-C45D-462510D1C4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5" name="グループ化 94">
                    <a:extLst>
                      <a:ext uri="{FF2B5EF4-FFF2-40B4-BE49-F238E27FC236}">
                        <a16:creationId xmlns:a16="http://schemas.microsoft.com/office/drawing/2014/main" id="{B971F19E-0462-2F4E-8DE5-689B170D7983}"/>
                      </a:ext>
                    </a:extLst>
                  </p:cNvPr>
                  <p:cNvGrpSpPr/>
                  <p:nvPr/>
                </p:nvGrpSpPr>
                <p:grpSpPr>
                  <a:xfrm>
                    <a:off x="8697816" y="3377881"/>
                    <a:ext cx="177250" cy="49530"/>
                    <a:chOff x="-1104976" y="1403484"/>
                    <a:chExt cx="578542" cy="288032"/>
                  </a:xfrm>
                  <a:grpFill/>
                </p:grpSpPr>
                <p:cxnSp>
                  <p:nvCxnSpPr>
                    <p:cNvPr id="97" name="直線コネクタ 96">
                      <a:extLst>
                        <a:ext uri="{FF2B5EF4-FFF2-40B4-BE49-F238E27FC236}">
                          <a16:creationId xmlns:a16="http://schemas.microsoft.com/office/drawing/2014/main" id="{0EB6A267-CFFD-0390-4BE9-0BDBF0A1D5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1104976" y="1403484"/>
                      <a:ext cx="288032" cy="288032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直線コネクタ 97">
                      <a:extLst>
                        <a:ext uri="{FF2B5EF4-FFF2-40B4-BE49-F238E27FC236}">
                          <a16:creationId xmlns:a16="http://schemas.microsoft.com/office/drawing/2014/main" id="{BEC4DCEC-50B2-6F20-70AB-21D1FACE4DE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-814434" y="1403516"/>
                      <a:ext cx="288000" cy="288000"/>
                    </a:xfrm>
                    <a:prstGeom prst="line">
                      <a:avLst/>
                    </a:prstGeom>
                    <a:grpFill/>
                    <a:ln w="19050">
                      <a:solidFill>
                        <a:srgbClr val="FFFF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C7A5F0F3-2F17-C7B1-D20F-BF93043448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74641" y="3377881"/>
                    <a:ext cx="88245" cy="49530"/>
                  </a:xfrm>
                  <a:prstGeom prst="line">
                    <a:avLst/>
                  </a:prstGeom>
                  <a:grpFill/>
                  <a:ln w="19050">
                    <a:solidFill>
                      <a:srgbClr val="FFFF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正方形/長方形 70">
                  <a:extLst>
                    <a:ext uri="{FF2B5EF4-FFF2-40B4-BE49-F238E27FC236}">
                      <a16:creationId xmlns:a16="http://schemas.microsoft.com/office/drawing/2014/main" id="{8DFCB275-465B-8307-89C3-C03836F613B0}"/>
                    </a:ext>
                  </a:extLst>
                </p:cNvPr>
                <p:cNvSpPr/>
                <p:nvPr/>
              </p:nvSpPr>
              <p:spPr>
                <a:xfrm>
                  <a:off x="11809574" y="10301857"/>
                  <a:ext cx="2858503" cy="150747"/>
                </a:xfrm>
                <a:prstGeom prst="rect">
                  <a:avLst/>
                </a:prstGeom>
                <a:solidFill>
                  <a:srgbClr val="F48153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2" name="正方形/長方形 71">
                  <a:extLst>
                    <a:ext uri="{FF2B5EF4-FFF2-40B4-BE49-F238E27FC236}">
                      <a16:creationId xmlns:a16="http://schemas.microsoft.com/office/drawing/2014/main" id="{5089B606-3E44-F7C3-749E-26DE8C3CBD7B}"/>
                    </a:ext>
                  </a:extLst>
                </p:cNvPr>
                <p:cNvSpPr/>
                <p:nvPr/>
              </p:nvSpPr>
              <p:spPr>
                <a:xfrm>
                  <a:off x="11809577" y="10143096"/>
                  <a:ext cx="2858503" cy="150747"/>
                </a:xfrm>
                <a:prstGeom prst="rect">
                  <a:avLst/>
                </a:prstGeom>
                <a:solidFill>
                  <a:srgbClr val="1C6D90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grpSp>
              <p:nvGrpSpPr>
                <p:cNvPr id="73" name="グループ化 72">
                  <a:extLst>
                    <a:ext uri="{FF2B5EF4-FFF2-40B4-BE49-F238E27FC236}">
                      <a16:creationId xmlns:a16="http://schemas.microsoft.com/office/drawing/2014/main" id="{1F2E56F5-4F64-0129-3369-F4C844004E22}"/>
                    </a:ext>
                  </a:extLst>
                </p:cNvPr>
                <p:cNvGrpSpPr/>
                <p:nvPr/>
              </p:nvGrpSpPr>
              <p:grpSpPr>
                <a:xfrm>
                  <a:off x="12749499" y="10095460"/>
                  <a:ext cx="1252467" cy="345991"/>
                  <a:chOff x="5184582" y="2608266"/>
                  <a:chExt cx="355203" cy="167329"/>
                </a:xfrm>
              </p:grpSpPr>
              <p:sp>
                <p:nvSpPr>
                  <p:cNvPr id="88" name="矢印: 右 87">
                    <a:extLst>
                      <a:ext uri="{FF2B5EF4-FFF2-40B4-BE49-F238E27FC236}">
                        <a16:creationId xmlns:a16="http://schemas.microsoft.com/office/drawing/2014/main" id="{E5D5F118-6283-0E01-7C2E-E1687562728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136176" y="2656672"/>
                    <a:ext cx="167329" cy="70518"/>
                  </a:xfrm>
                  <a:prstGeom prst="rightArrow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/>
                  </a:p>
                </p:txBody>
              </p:sp>
              <p:sp>
                <p:nvSpPr>
                  <p:cNvPr id="89" name="矢印: 右 88">
                    <a:extLst>
                      <a:ext uri="{FF2B5EF4-FFF2-40B4-BE49-F238E27FC236}">
                        <a16:creationId xmlns:a16="http://schemas.microsoft.com/office/drawing/2014/main" id="{7919AE62-CECB-9293-7123-D69F5320DC3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79240" y="2656672"/>
                    <a:ext cx="167329" cy="70518"/>
                  </a:xfrm>
                  <a:prstGeom prst="rightArrow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/>
                  </a:p>
                </p:txBody>
              </p:sp>
              <p:sp>
                <p:nvSpPr>
                  <p:cNvPr id="90" name="矢印: 右 89">
                    <a:extLst>
                      <a:ext uri="{FF2B5EF4-FFF2-40B4-BE49-F238E27FC236}">
                        <a16:creationId xmlns:a16="http://schemas.microsoft.com/office/drawing/2014/main" id="{D538FADA-CBA3-8F90-8F6B-D2340D6C0B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420861" y="2656672"/>
                    <a:ext cx="167329" cy="70518"/>
                  </a:xfrm>
                  <a:prstGeom prst="rightArrow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>
                        <a:lumMod val="85000"/>
                        <a:lumOff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sz="1400"/>
                  </a:p>
                </p:txBody>
              </p:sp>
            </p:grpSp>
            <p:sp>
              <p:nvSpPr>
                <p:cNvPr id="74" name="楕円 73">
                  <a:extLst>
                    <a:ext uri="{FF2B5EF4-FFF2-40B4-BE49-F238E27FC236}">
                      <a16:creationId xmlns:a16="http://schemas.microsoft.com/office/drawing/2014/main" id="{971989B9-F056-E704-A437-348313BCA68A}"/>
                    </a:ext>
                  </a:extLst>
                </p:cNvPr>
                <p:cNvSpPr/>
                <p:nvPr/>
              </p:nvSpPr>
              <p:spPr>
                <a:xfrm>
                  <a:off x="14348346" y="9960876"/>
                  <a:ext cx="83990" cy="11066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5" name="楕円 74">
                  <a:extLst>
                    <a:ext uri="{FF2B5EF4-FFF2-40B4-BE49-F238E27FC236}">
                      <a16:creationId xmlns:a16="http://schemas.microsoft.com/office/drawing/2014/main" id="{868CAD28-2038-88A0-6922-D2B312243D9D}"/>
                    </a:ext>
                  </a:extLst>
                </p:cNvPr>
                <p:cNvSpPr/>
                <p:nvPr/>
              </p:nvSpPr>
              <p:spPr>
                <a:xfrm>
                  <a:off x="14416741" y="9743227"/>
                  <a:ext cx="112388" cy="15517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6" name="楕円 75">
                  <a:extLst>
                    <a:ext uri="{FF2B5EF4-FFF2-40B4-BE49-F238E27FC236}">
                      <a16:creationId xmlns:a16="http://schemas.microsoft.com/office/drawing/2014/main" id="{3899E659-608B-2DDC-A538-6C50FF9C223E}"/>
                    </a:ext>
                  </a:extLst>
                </p:cNvPr>
                <p:cNvSpPr/>
                <p:nvPr/>
              </p:nvSpPr>
              <p:spPr>
                <a:xfrm>
                  <a:off x="13983865" y="9386597"/>
                  <a:ext cx="158644" cy="2139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7" name="楕円 76">
                  <a:extLst>
                    <a:ext uri="{FF2B5EF4-FFF2-40B4-BE49-F238E27FC236}">
                      <a16:creationId xmlns:a16="http://schemas.microsoft.com/office/drawing/2014/main" id="{B044DAC4-465F-BEB7-203D-33992A9A897F}"/>
                    </a:ext>
                  </a:extLst>
                </p:cNvPr>
                <p:cNvSpPr/>
                <p:nvPr/>
              </p:nvSpPr>
              <p:spPr>
                <a:xfrm>
                  <a:off x="12587254" y="9883239"/>
                  <a:ext cx="177566" cy="15058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8" name="楕円 77">
                  <a:extLst>
                    <a:ext uri="{FF2B5EF4-FFF2-40B4-BE49-F238E27FC236}">
                      <a16:creationId xmlns:a16="http://schemas.microsoft.com/office/drawing/2014/main" id="{CEFB4855-4F2B-49D3-661F-12090EEAD048}"/>
                    </a:ext>
                  </a:extLst>
                </p:cNvPr>
                <p:cNvSpPr/>
                <p:nvPr/>
              </p:nvSpPr>
              <p:spPr>
                <a:xfrm rot="20439187">
                  <a:off x="12190298" y="9341266"/>
                  <a:ext cx="158645" cy="2139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400"/>
                </a:p>
              </p:txBody>
            </p:sp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97C51A9B-D2E2-C450-66D1-CAB83D21A5F4}"/>
                    </a:ext>
                  </a:extLst>
                </p:cNvPr>
                <p:cNvSpPr txBox="1"/>
                <p:nvPr/>
              </p:nvSpPr>
              <p:spPr>
                <a:xfrm>
                  <a:off x="12058568" y="9199575"/>
                  <a:ext cx="281680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気泡</a:t>
                  </a:r>
                </a:p>
              </p:txBody>
            </p:sp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69870DE3-C57E-BB3B-378D-F42E8EAD939F}"/>
                    </a:ext>
                  </a:extLst>
                </p:cNvPr>
                <p:cNvSpPr txBox="1"/>
                <p:nvPr/>
              </p:nvSpPr>
              <p:spPr>
                <a:xfrm>
                  <a:off x="12937286" y="9315869"/>
                  <a:ext cx="695614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ja-JP" altLang="en-US" sz="8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ナフィオン</a:t>
                  </a:r>
                </a:p>
              </p:txBody>
            </p:sp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68596694-9330-1903-698D-5124C1BA6E15}"/>
                    </a:ext>
                  </a:extLst>
                </p:cNvPr>
                <p:cNvSpPr txBox="1"/>
                <p:nvPr/>
              </p:nvSpPr>
              <p:spPr>
                <a:xfrm>
                  <a:off x="11863054" y="9786024"/>
                  <a:ext cx="195514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水</a:t>
                  </a:r>
                </a:p>
              </p:txBody>
            </p:sp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0456AB66-BD8A-3A66-AAF1-01E300872688}"/>
                    </a:ext>
                  </a:extLst>
                </p:cNvPr>
                <p:cNvSpPr txBox="1"/>
                <p:nvPr/>
              </p:nvSpPr>
              <p:spPr>
                <a:xfrm>
                  <a:off x="11891253" y="10143096"/>
                  <a:ext cx="791686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ja-JP" altLang="en-US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触媒（</a:t>
                  </a:r>
                  <a:r>
                    <a:rPr kumimoji="1" lang="en-US" altLang="ja-JP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IrO</a:t>
                  </a:r>
                  <a:r>
                    <a:rPr kumimoji="1" lang="en-US" altLang="ja-JP" sz="800" b="1" baseline="-2500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kumimoji="1" lang="ja-JP" altLang="en-US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）</a:t>
                  </a:r>
                </a:p>
              </p:txBody>
            </p:sp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F434A1EA-1173-D547-C7D1-0015410387A4}"/>
                    </a:ext>
                  </a:extLst>
                </p:cNvPr>
                <p:cNvSpPr txBox="1"/>
                <p:nvPr/>
              </p:nvSpPr>
              <p:spPr>
                <a:xfrm>
                  <a:off x="11891253" y="10307747"/>
                  <a:ext cx="691498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en-US" altLang="ja-JP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ITO</a:t>
                  </a:r>
                  <a:r>
                    <a:rPr kumimoji="1" lang="ja-JP" altLang="en-US" sz="8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基板</a:t>
                  </a:r>
                </a:p>
              </p:txBody>
            </p:sp>
            <p:sp>
              <p:nvSpPr>
                <p:cNvPr id="84" name="テキスト ボックス 83">
                  <a:extLst>
                    <a:ext uri="{FF2B5EF4-FFF2-40B4-BE49-F238E27FC236}">
                      <a16:creationId xmlns:a16="http://schemas.microsoft.com/office/drawing/2014/main" id="{90387E4F-1480-E022-912C-0B6585AEA301}"/>
                    </a:ext>
                  </a:extLst>
                </p:cNvPr>
                <p:cNvSpPr txBox="1"/>
                <p:nvPr/>
              </p:nvSpPr>
              <p:spPr>
                <a:xfrm>
                  <a:off x="11891253" y="10465549"/>
                  <a:ext cx="691498" cy="156593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ja-JP" altLang="en-US" sz="8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石英導波路</a:t>
                  </a:r>
                </a:p>
              </p:txBody>
            </p:sp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2D8D3E38-A2E7-9FC8-E459-043DBA8D1FEA}"/>
                    </a:ext>
                  </a:extLst>
                </p:cNvPr>
                <p:cNvSpPr txBox="1"/>
                <p:nvPr/>
              </p:nvSpPr>
              <p:spPr>
                <a:xfrm>
                  <a:off x="13951843" y="10298670"/>
                  <a:ext cx="536339" cy="156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kumimoji="1" lang="ja-JP" altLang="en-US" sz="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染み出し</a:t>
                  </a:r>
                </a:p>
              </p:txBody>
            </p: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16A5EDC3-5EBA-19E1-4240-11BC51D69AF9}"/>
                    </a:ext>
                  </a:extLst>
                </p:cNvPr>
                <p:cNvCxnSpPr>
                  <a:cxnSpLocks/>
                  <a:endCxn id="158" idx="18"/>
                </p:cNvCxnSpPr>
                <p:nvPr/>
              </p:nvCxnSpPr>
              <p:spPr>
                <a:xfrm flipH="1">
                  <a:off x="11811263" y="8281342"/>
                  <a:ext cx="1134944" cy="901192"/>
                </a:xfrm>
                <a:prstGeom prst="line">
                  <a:avLst/>
                </a:prstGeom>
                <a:ln w="19050">
                  <a:solidFill>
                    <a:srgbClr val="D5150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5538117F-C83C-C271-8335-28B3D6E715F7}"/>
                    </a:ext>
                  </a:extLst>
                </p:cNvPr>
                <p:cNvCxnSpPr>
                  <a:cxnSpLocks/>
                  <a:stCxn id="158" idx="46"/>
                </p:cNvCxnSpPr>
                <p:nvPr/>
              </p:nvCxnSpPr>
              <p:spPr>
                <a:xfrm flipH="1" flipV="1">
                  <a:off x="13525502" y="8248382"/>
                  <a:ext cx="1142575" cy="934152"/>
                </a:xfrm>
                <a:prstGeom prst="line">
                  <a:avLst/>
                </a:prstGeom>
                <a:ln w="19050">
                  <a:solidFill>
                    <a:srgbClr val="D5150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0" name="正方形/長方形 489">
                <a:extLst>
                  <a:ext uri="{FF2B5EF4-FFF2-40B4-BE49-F238E27FC236}">
                    <a16:creationId xmlns:a16="http://schemas.microsoft.com/office/drawing/2014/main" id="{BF13D2F6-0067-8FA4-5F56-610CFA09535E}"/>
                  </a:ext>
                </a:extLst>
              </p:cNvPr>
              <p:cNvSpPr/>
              <p:nvPr/>
            </p:nvSpPr>
            <p:spPr>
              <a:xfrm>
                <a:off x="8313357" y="2876806"/>
                <a:ext cx="2466193" cy="3219893"/>
              </a:xfrm>
              <a:prstGeom prst="rect">
                <a:avLst/>
              </a:prstGeom>
              <a:noFill/>
              <a:ln w="76200">
                <a:solidFill>
                  <a:srgbClr val="F79E0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rgbClr val="F79E02"/>
                  </a:solidFill>
                </a:endParaRPr>
              </a:p>
            </p:txBody>
          </p:sp>
          <p:sp>
            <p:nvSpPr>
              <p:cNvPr id="496" name="テキスト ボックス 495">
                <a:extLst>
                  <a:ext uri="{FF2B5EF4-FFF2-40B4-BE49-F238E27FC236}">
                    <a16:creationId xmlns:a16="http://schemas.microsoft.com/office/drawing/2014/main" id="{1CE7453A-5581-CA6C-F147-32153F3474D2}"/>
                  </a:ext>
                </a:extLst>
              </p:cNvPr>
              <p:cNvSpPr txBox="1"/>
              <p:nvPr/>
            </p:nvSpPr>
            <p:spPr>
              <a:xfrm>
                <a:off x="8288610" y="2371368"/>
                <a:ext cx="282745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ja-JP" altLang="en-US" sz="3200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分光</a:t>
                </a:r>
              </a:p>
            </p:txBody>
          </p:sp>
          <p:sp>
            <p:nvSpPr>
              <p:cNvPr id="508" name="テキスト ボックス 507">
                <a:extLst>
                  <a:ext uri="{FF2B5EF4-FFF2-40B4-BE49-F238E27FC236}">
                    <a16:creationId xmlns:a16="http://schemas.microsoft.com/office/drawing/2014/main" id="{67BD557F-8BDC-12C1-6AB9-3A569FA13074}"/>
                  </a:ext>
                </a:extLst>
              </p:cNvPr>
              <p:cNvSpPr txBox="1"/>
              <p:nvPr/>
            </p:nvSpPr>
            <p:spPr>
              <a:xfrm>
                <a:off x="9183146" y="2521840"/>
                <a:ext cx="282745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(In-situ</a:t>
                </a:r>
                <a:r>
                  <a:rPr kumimoji="1" lang="ja-JP" altLang="en-US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・不均一環境</a:t>
                </a:r>
                <a:r>
                  <a:rPr kumimoji="1" lang="en-US" altLang="ja-JP" b="1" dirty="0">
                    <a:solidFill>
                      <a:srgbClr val="F79E0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508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33B8CB22-C4D8-A6A1-EB08-A5CA8249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051BA32-5A4A-474E-27A3-4B28977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B151-777E-4256-8867-8A5AB6026266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ADE24039-E84B-E98A-DE44-9734FE963111}"/>
              </a:ext>
            </a:extLst>
          </p:cNvPr>
          <p:cNvGrpSpPr/>
          <p:nvPr/>
        </p:nvGrpSpPr>
        <p:grpSpPr>
          <a:xfrm>
            <a:off x="2135560" y="1916831"/>
            <a:ext cx="1440160" cy="1920213"/>
            <a:chOff x="2135560" y="1916831"/>
            <a:chExt cx="1440160" cy="1920213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F5A80E5-9712-30EE-95E6-409DC3BEDE58}"/>
                </a:ext>
              </a:extLst>
            </p:cNvPr>
            <p:cNvSpPr/>
            <p:nvPr/>
          </p:nvSpPr>
          <p:spPr>
            <a:xfrm>
              <a:off x="2135560" y="1916831"/>
              <a:ext cx="1440160" cy="1920213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12FB39C-2220-A4E4-1449-093DC36EC3D8}"/>
                </a:ext>
              </a:extLst>
            </p:cNvPr>
            <p:cNvSpPr txBox="1"/>
            <p:nvPr/>
          </p:nvSpPr>
          <p:spPr>
            <a:xfrm>
              <a:off x="2398440" y="2507605"/>
              <a:ext cx="914400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Photo</a:t>
              </a:r>
              <a:endParaRPr kumimoji="1" lang="ja-JP" altLang="en-US" sz="2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155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kumimoji="1" sz="2400" b="1" dirty="0" smtClean="0">
            <a:solidFill>
              <a:schemeClr val="tx1">
                <a:lumMod val="85000"/>
                <a:lumOff val="15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58013</TotalTime>
  <Words>270</Words>
  <Application>Microsoft Office PowerPoint</Application>
  <PresentationFormat>ワイド画面</PresentationFormat>
  <Paragraphs>101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游ゴシック</vt:lpstr>
      <vt:lpstr>Arial</vt:lpstr>
      <vt:lpstr>Calibri</vt:lpstr>
      <vt:lpstr>Calibri Light</vt:lpstr>
      <vt:lpstr>Cambria Math</vt:lpstr>
      <vt:lpstr>Lucida Calligraphy</vt:lpstr>
      <vt:lpstr>Office 2013 - 2022 テーマ</vt:lpstr>
      <vt:lpstr>PowerPoint プレゼンテーション</vt:lpstr>
      <vt:lpstr>PowerPoint プレゼンテーション</vt:lpstr>
      <vt:lpstr>Mathematical Catalysis Research Team</vt:lpstr>
      <vt:lpstr>数理触媒研究チーム：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Hideshi Ooka</dc:creator>
  <cp:lastModifiedBy>Hideshi Ooka</cp:lastModifiedBy>
  <cp:revision>6252</cp:revision>
  <cp:lastPrinted>2024-09-27T09:27:51Z</cp:lastPrinted>
  <dcterms:created xsi:type="dcterms:W3CDTF">2014-04-21T08:46:21Z</dcterms:created>
  <dcterms:modified xsi:type="dcterms:W3CDTF">2026-06-02T12:10:50Z</dcterms:modified>
</cp:coreProperties>
</file>